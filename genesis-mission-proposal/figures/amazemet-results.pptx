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8D7D42-6479-4905-8CF8-024FA233AB67}" v="39" dt="2026-04-21T18:33:28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75" d="100"/>
          <a:sy n="75" d="100"/>
        </p:scale>
        <p:origin x="782" y="-1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14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7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5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03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1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80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2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8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7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8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80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7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7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7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64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1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99254-092D-4179-A7ED-89C4A0CC318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51980-8577-47CE-8176-1E1C6D357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4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2C3B-C045-9209-B8F0-5C920B800D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232BF-27A8-51A7-F80F-3367FC1EE0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D38FE8-46C3-CBDA-253C-1643AFF41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344" y="6801949"/>
            <a:ext cx="6783310" cy="46841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7A737E-30A4-5C00-625D-A6E94929D555}"/>
              </a:ext>
            </a:extLst>
          </p:cNvPr>
          <p:cNvSpPr txBox="1"/>
          <p:nvPr/>
        </p:nvSpPr>
        <p:spPr>
          <a:xfrm>
            <a:off x="5752345" y="8130916"/>
            <a:ext cx="3078087" cy="624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Molten Al wire?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CB90A4-F898-1770-F23A-D1FF854F2C4C}"/>
              </a:ext>
            </a:extLst>
          </p:cNvPr>
          <p:cNvCxnSpPr/>
          <p:nvPr/>
        </p:nvCxnSpPr>
        <p:spPr>
          <a:xfrm>
            <a:off x="7267662" y="8546285"/>
            <a:ext cx="1455490" cy="14932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588BB7-3D10-D7E1-5D84-A422C1BF5AB0}"/>
              </a:ext>
            </a:extLst>
          </p:cNvPr>
          <p:cNvSpPr txBox="1"/>
          <p:nvPr/>
        </p:nvSpPr>
        <p:spPr>
          <a:xfrm>
            <a:off x="9377787" y="7946250"/>
            <a:ext cx="4617611" cy="624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Trace powder on walls?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D0E624-3E53-DB49-72A4-E315479DC97F}"/>
              </a:ext>
            </a:extLst>
          </p:cNvPr>
          <p:cNvCxnSpPr>
            <a:cxnSpLocks/>
          </p:cNvCxnSpPr>
          <p:nvPr/>
        </p:nvCxnSpPr>
        <p:spPr>
          <a:xfrm flipH="1">
            <a:off x="9297798" y="8315581"/>
            <a:ext cx="664128" cy="1153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0ED31E0-B0F7-0023-A432-8DBD89AA4561}"/>
              </a:ext>
            </a:extLst>
          </p:cNvPr>
          <p:cNvSpPr txBox="1"/>
          <p:nvPr/>
        </p:nvSpPr>
        <p:spPr>
          <a:xfrm>
            <a:off x="9564851" y="9561149"/>
            <a:ext cx="3265317" cy="624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Rest of powder?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05702B-F86B-6D7F-A819-94DDE5DC2ABD}"/>
              </a:ext>
            </a:extLst>
          </p:cNvPr>
          <p:cNvCxnSpPr>
            <a:cxnSpLocks/>
          </p:cNvCxnSpPr>
          <p:nvPr/>
        </p:nvCxnSpPr>
        <p:spPr>
          <a:xfrm flipH="1">
            <a:off x="9564850" y="9930481"/>
            <a:ext cx="338646" cy="62077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147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6BEA4D18-4E58-8ADE-BA69-E6A77BA3F883}"/>
              </a:ext>
            </a:extLst>
          </p:cNvPr>
          <p:cNvGrpSpPr/>
          <p:nvPr/>
        </p:nvGrpSpPr>
        <p:grpSpPr>
          <a:xfrm>
            <a:off x="4773535" y="5715001"/>
            <a:ext cx="4532245" cy="4684105"/>
            <a:chOff x="4773535" y="5715001"/>
            <a:chExt cx="4532245" cy="468410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2F60090-BD37-A54F-3B0C-B691E8F85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" r="39"/>
            <a:stretch>
              <a:fillRect/>
            </a:stretch>
          </p:blipFill>
          <p:spPr>
            <a:xfrm>
              <a:off x="4773535" y="5715001"/>
              <a:ext cx="4532245" cy="4684105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E49682-7FCB-4404-8956-A1E4FB3F0392}"/>
                </a:ext>
              </a:extLst>
            </p:cNvPr>
            <p:cNvSpPr txBox="1"/>
            <p:nvPr/>
          </p:nvSpPr>
          <p:spPr>
            <a:xfrm>
              <a:off x="4877524" y="6824228"/>
              <a:ext cx="16384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Molten Al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BE297AA-1A1F-6E16-0CEB-FDD83178F642}"/>
                </a:ext>
              </a:extLst>
            </p:cNvPr>
            <p:cNvCxnSpPr>
              <a:cxnSpLocks/>
            </p:cNvCxnSpPr>
            <p:nvPr/>
          </p:nvCxnSpPr>
          <p:spPr>
            <a:xfrm>
              <a:off x="5781040" y="7386320"/>
              <a:ext cx="377347" cy="138033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6718ECA-1DA2-A51A-BFDC-0B313865D861}"/>
                </a:ext>
              </a:extLst>
            </p:cNvPr>
            <p:cNvSpPr txBox="1"/>
            <p:nvPr/>
          </p:nvSpPr>
          <p:spPr>
            <a:xfrm>
              <a:off x="7580968" y="5836942"/>
              <a:ext cx="166263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Induction</a:t>
              </a:r>
              <a:br>
                <a:rPr lang="en-US" sz="2800" dirty="0">
                  <a:solidFill>
                    <a:schemeClr val="bg1"/>
                  </a:solidFill>
                </a:rPr>
              </a:br>
              <a:r>
                <a:rPr lang="en-US" sz="2800" dirty="0">
                  <a:solidFill>
                    <a:schemeClr val="bg1"/>
                  </a:solidFill>
                </a:rPr>
                <a:t>Crucible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DEE105-AF07-C615-71D8-087820DD12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240" y="6203385"/>
              <a:ext cx="182091" cy="11105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B84CDFC-399B-30DA-6517-7244E74B13DC}"/>
              </a:ext>
            </a:extLst>
          </p:cNvPr>
          <p:cNvGrpSpPr/>
          <p:nvPr/>
        </p:nvGrpSpPr>
        <p:grpSpPr>
          <a:xfrm>
            <a:off x="4773535" y="10517476"/>
            <a:ext cx="4543910" cy="3557339"/>
            <a:chOff x="4773535" y="10517476"/>
            <a:chExt cx="4543910" cy="355733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A205841-5E4B-404A-2A4A-E335EB3A8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73535" y="10517476"/>
              <a:ext cx="4543910" cy="3557339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7DE1D97-5909-62EF-CF69-36BA74AB54BE}"/>
                </a:ext>
              </a:extLst>
            </p:cNvPr>
            <p:cNvSpPr txBox="1"/>
            <p:nvPr/>
          </p:nvSpPr>
          <p:spPr>
            <a:xfrm>
              <a:off x="5339155" y="13460722"/>
              <a:ext cx="290060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Ultrasonic plate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8285D57-6CFA-F878-8A28-39A11985C3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4102" y="13194367"/>
              <a:ext cx="164138" cy="3541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88381DE-3887-ADFE-DC8C-424820F7FBF6}"/>
                </a:ext>
              </a:extLst>
            </p:cNvPr>
            <p:cNvSpPr txBox="1"/>
            <p:nvPr/>
          </p:nvSpPr>
          <p:spPr>
            <a:xfrm>
              <a:off x="6631507" y="10674850"/>
              <a:ext cx="25124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Powder stream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B07BC3B-A91A-7E4B-E399-13B136D1F8C9}"/>
                </a:ext>
              </a:extLst>
            </p:cNvPr>
            <p:cNvCxnSpPr>
              <a:cxnSpLocks/>
            </p:cNvCxnSpPr>
            <p:nvPr/>
          </p:nvCxnSpPr>
          <p:spPr>
            <a:xfrm>
              <a:off x="7745106" y="11129145"/>
              <a:ext cx="222366" cy="61910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26D0D40-30B6-628A-C3CA-1E378C84468B}"/>
              </a:ext>
            </a:extLst>
          </p:cNvPr>
          <p:cNvGrpSpPr/>
          <p:nvPr/>
        </p:nvGrpSpPr>
        <p:grpSpPr>
          <a:xfrm>
            <a:off x="3850130" y="9827621"/>
            <a:ext cx="1337158" cy="1329891"/>
            <a:chOff x="10069975" y="8924081"/>
            <a:chExt cx="2129741" cy="211816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EA99630-080F-A918-5F03-3B8DFDE9B8C9}"/>
                </a:ext>
              </a:extLst>
            </p:cNvPr>
            <p:cNvSpPr/>
            <p:nvPr/>
          </p:nvSpPr>
          <p:spPr>
            <a:xfrm>
              <a:off x="10069975" y="8924081"/>
              <a:ext cx="2129741" cy="2118167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4DE12A6-635C-B8B1-5485-1225D8D9B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18" t="12333" r="53295" b="16356"/>
            <a:stretch>
              <a:fillRect/>
            </a:stretch>
          </p:blipFill>
          <p:spPr>
            <a:xfrm flipH="1">
              <a:off x="10359166" y="9062908"/>
              <a:ext cx="1620631" cy="1889735"/>
            </a:xfrm>
            <a:custGeom>
              <a:avLst/>
              <a:gdLst>
                <a:gd name="connsiteX0" fmla="*/ 4011212 w 4194092"/>
                <a:gd name="connsiteY0" fmla="*/ 2278380 h 4890516"/>
                <a:gd name="connsiteX1" fmla="*/ 4011212 w 4194092"/>
                <a:gd name="connsiteY1" fmla="*/ 2811780 h 4890516"/>
                <a:gd name="connsiteX2" fmla="*/ 2741212 w 4194092"/>
                <a:gd name="connsiteY2" fmla="*/ 2811780 h 4890516"/>
                <a:gd name="connsiteX3" fmla="*/ 2741212 w 4194092"/>
                <a:gd name="connsiteY3" fmla="*/ 2278380 h 4890516"/>
                <a:gd name="connsiteX4" fmla="*/ 3282232 w 4194092"/>
                <a:gd name="connsiteY4" fmla="*/ 0 h 4890516"/>
                <a:gd name="connsiteX5" fmla="*/ 2116372 w 4194092"/>
                <a:gd name="connsiteY5" fmla="*/ 0 h 4890516"/>
                <a:gd name="connsiteX6" fmla="*/ 1994452 w 4194092"/>
                <a:gd name="connsiteY6" fmla="*/ 655321 h 4890516"/>
                <a:gd name="connsiteX7" fmla="*/ 2146852 w 4194092"/>
                <a:gd name="connsiteY7" fmla="*/ 944881 h 4890516"/>
                <a:gd name="connsiteX8" fmla="*/ 2131612 w 4194092"/>
                <a:gd name="connsiteY8" fmla="*/ 1036321 h 4890516"/>
                <a:gd name="connsiteX9" fmla="*/ 1689652 w 4194092"/>
                <a:gd name="connsiteY9" fmla="*/ 1066801 h 4890516"/>
                <a:gd name="connsiteX10" fmla="*/ 1371954 w 4194092"/>
                <a:gd name="connsiteY10" fmla="*/ 1186405 h 4890516"/>
                <a:gd name="connsiteX11" fmla="*/ 2123992 w 4194092"/>
                <a:gd name="connsiteY11" fmla="*/ 1186405 h 4890516"/>
                <a:gd name="connsiteX12" fmla="*/ 2123992 w 4194092"/>
                <a:gd name="connsiteY12" fmla="*/ 1370442 h 4890516"/>
                <a:gd name="connsiteX13" fmla="*/ 2253532 w 4194092"/>
                <a:gd name="connsiteY13" fmla="*/ 1370442 h 4890516"/>
                <a:gd name="connsiteX14" fmla="*/ 2253532 w 4194092"/>
                <a:gd name="connsiteY14" fmla="*/ 1638300 h 4890516"/>
                <a:gd name="connsiteX15" fmla="*/ 2123992 w 4194092"/>
                <a:gd name="connsiteY15" fmla="*/ 1638300 h 4890516"/>
                <a:gd name="connsiteX16" fmla="*/ 2123992 w 4194092"/>
                <a:gd name="connsiteY16" fmla="*/ 1554480 h 4890516"/>
                <a:gd name="connsiteX17" fmla="*/ 1209592 w 4194092"/>
                <a:gd name="connsiteY17" fmla="*/ 1554480 h 4890516"/>
                <a:gd name="connsiteX18" fmla="*/ 1209592 w 4194092"/>
                <a:gd name="connsiteY18" fmla="*/ 1247529 h 4890516"/>
                <a:gd name="connsiteX19" fmla="*/ 1041952 w 4194092"/>
                <a:gd name="connsiteY19" fmla="*/ 1310640 h 4890516"/>
                <a:gd name="connsiteX20" fmla="*/ 607612 w 4194092"/>
                <a:gd name="connsiteY20" fmla="*/ 1592580 h 4890516"/>
                <a:gd name="connsiteX21" fmla="*/ 188512 w 4194092"/>
                <a:gd name="connsiteY21" fmla="*/ 2057400 h 4890516"/>
                <a:gd name="connsiteX22" fmla="*/ 0 w 4194092"/>
                <a:gd name="connsiteY22" fmla="*/ 2366560 h 4890516"/>
                <a:gd name="connsiteX23" fmla="*/ 0 w 4194092"/>
                <a:gd name="connsiteY23" fmla="*/ 2372185 h 4890516"/>
                <a:gd name="connsiteX24" fmla="*/ 439972 w 4194092"/>
                <a:gd name="connsiteY24" fmla="*/ 2895600 h 4890516"/>
                <a:gd name="connsiteX25" fmla="*/ 803593 w 4194092"/>
                <a:gd name="connsiteY25" fmla="*/ 3200400 h 4890516"/>
                <a:gd name="connsiteX26" fmla="*/ 823512 w 4194092"/>
                <a:gd name="connsiteY26" fmla="*/ 3200400 h 4890516"/>
                <a:gd name="connsiteX27" fmla="*/ 823512 w 4194092"/>
                <a:gd name="connsiteY27" fmla="*/ 3217097 h 4890516"/>
                <a:gd name="connsiteX28" fmla="*/ 958132 w 4194092"/>
                <a:gd name="connsiteY28" fmla="*/ 3329940 h 4890516"/>
                <a:gd name="connsiteX29" fmla="*/ 1001622 w 4194092"/>
                <a:gd name="connsiteY29" fmla="*/ 3398520 h 4890516"/>
                <a:gd name="connsiteX30" fmla="*/ 1057192 w 4194092"/>
                <a:gd name="connsiteY30" fmla="*/ 3398520 h 4890516"/>
                <a:gd name="connsiteX31" fmla="*/ 1057192 w 4194092"/>
                <a:gd name="connsiteY31" fmla="*/ 3486150 h 4890516"/>
                <a:gd name="connsiteX32" fmla="*/ 1156252 w 4194092"/>
                <a:gd name="connsiteY32" fmla="*/ 3642360 h 4890516"/>
                <a:gd name="connsiteX33" fmla="*/ 2003684 w 4194092"/>
                <a:gd name="connsiteY33" fmla="*/ 4890516 h 4890516"/>
                <a:gd name="connsiteX34" fmla="*/ 2356406 w 4194092"/>
                <a:gd name="connsiteY34" fmla="*/ 4890516 h 4890516"/>
                <a:gd name="connsiteX35" fmla="*/ 3838492 w 4194092"/>
                <a:gd name="connsiteY35" fmla="*/ 3528060 h 4890516"/>
                <a:gd name="connsiteX36" fmla="*/ 4061210 w 4194092"/>
                <a:gd name="connsiteY36" fmla="*/ 3154680 h 4890516"/>
                <a:gd name="connsiteX37" fmla="*/ 3173012 w 4194092"/>
                <a:gd name="connsiteY37" fmla="*/ 3154680 h 4890516"/>
                <a:gd name="connsiteX38" fmla="*/ 3173012 w 4194092"/>
                <a:gd name="connsiteY38" fmla="*/ 2882900 h 4890516"/>
                <a:gd name="connsiteX39" fmla="*/ 4194092 w 4194092"/>
                <a:gd name="connsiteY39" fmla="*/ 2882900 h 4890516"/>
                <a:gd name="connsiteX40" fmla="*/ 4194092 w 4194092"/>
                <a:gd name="connsiteY40" fmla="*/ 2437707 h 4890516"/>
                <a:gd name="connsiteX41" fmla="*/ 4105192 w 4194092"/>
                <a:gd name="connsiteY41" fmla="*/ 2316480 h 4890516"/>
                <a:gd name="connsiteX42" fmla="*/ 3076492 w 4194092"/>
                <a:gd name="connsiteY42" fmla="*/ 1287780 h 4890516"/>
                <a:gd name="connsiteX43" fmla="*/ 3099352 w 4194092"/>
                <a:gd name="connsiteY43" fmla="*/ 1188721 h 4890516"/>
                <a:gd name="connsiteX44" fmla="*/ 3236512 w 4194092"/>
                <a:gd name="connsiteY44" fmla="*/ 1112521 h 4890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94092" h="4890516">
                  <a:moveTo>
                    <a:pt x="4011212" y="2278380"/>
                  </a:moveTo>
                  <a:lnTo>
                    <a:pt x="4011212" y="2811780"/>
                  </a:lnTo>
                  <a:lnTo>
                    <a:pt x="2741212" y="2811780"/>
                  </a:lnTo>
                  <a:lnTo>
                    <a:pt x="2741212" y="2278380"/>
                  </a:lnTo>
                  <a:close/>
                  <a:moveTo>
                    <a:pt x="3282232" y="0"/>
                  </a:moveTo>
                  <a:lnTo>
                    <a:pt x="2116372" y="0"/>
                  </a:lnTo>
                  <a:lnTo>
                    <a:pt x="1994452" y="655321"/>
                  </a:lnTo>
                  <a:lnTo>
                    <a:pt x="2146852" y="944881"/>
                  </a:lnTo>
                  <a:lnTo>
                    <a:pt x="2131612" y="1036321"/>
                  </a:lnTo>
                  <a:lnTo>
                    <a:pt x="1689652" y="1066801"/>
                  </a:lnTo>
                  <a:lnTo>
                    <a:pt x="1371954" y="1186405"/>
                  </a:lnTo>
                  <a:lnTo>
                    <a:pt x="2123992" y="1186405"/>
                  </a:lnTo>
                  <a:lnTo>
                    <a:pt x="2123992" y="1370442"/>
                  </a:lnTo>
                  <a:lnTo>
                    <a:pt x="2253532" y="1370442"/>
                  </a:lnTo>
                  <a:lnTo>
                    <a:pt x="2253532" y="1638300"/>
                  </a:lnTo>
                  <a:lnTo>
                    <a:pt x="2123992" y="1638300"/>
                  </a:lnTo>
                  <a:lnTo>
                    <a:pt x="2123992" y="1554480"/>
                  </a:lnTo>
                  <a:lnTo>
                    <a:pt x="1209592" y="1554480"/>
                  </a:lnTo>
                  <a:lnTo>
                    <a:pt x="1209592" y="1247529"/>
                  </a:lnTo>
                  <a:lnTo>
                    <a:pt x="1041952" y="1310640"/>
                  </a:lnTo>
                  <a:lnTo>
                    <a:pt x="607612" y="1592580"/>
                  </a:lnTo>
                  <a:lnTo>
                    <a:pt x="188512" y="2057400"/>
                  </a:lnTo>
                  <a:lnTo>
                    <a:pt x="0" y="2366560"/>
                  </a:lnTo>
                  <a:lnTo>
                    <a:pt x="0" y="2372185"/>
                  </a:lnTo>
                  <a:lnTo>
                    <a:pt x="439972" y="2895600"/>
                  </a:lnTo>
                  <a:lnTo>
                    <a:pt x="803593" y="3200400"/>
                  </a:lnTo>
                  <a:lnTo>
                    <a:pt x="823512" y="3200400"/>
                  </a:lnTo>
                  <a:lnTo>
                    <a:pt x="823512" y="3217097"/>
                  </a:lnTo>
                  <a:lnTo>
                    <a:pt x="958132" y="3329940"/>
                  </a:lnTo>
                  <a:lnTo>
                    <a:pt x="1001622" y="3398520"/>
                  </a:lnTo>
                  <a:lnTo>
                    <a:pt x="1057192" y="3398520"/>
                  </a:lnTo>
                  <a:lnTo>
                    <a:pt x="1057192" y="3486150"/>
                  </a:lnTo>
                  <a:lnTo>
                    <a:pt x="1156252" y="3642360"/>
                  </a:lnTo>
                  <a:lnTo>
                    <a:pt x="2003684" y="4890516"/>
                  </a:lnTo>
                  <a:lnTo>
                    <a:pt x="2356406" y="4890516"/>
                  </a:lnTo>
                  <a:lnTo>
                    <a:pt x="3838492" y="3528060"/>
                  </a:lnTo>
                  <a:lnTo>
                    <a:pt x="4061210" y="3154680"/>
                  </a:lnTo>
                  <a:lnTo>
                    <a:pt x="3173012" y="3154680"/>
                  </a:lnTo>
                  <a:lnTo>
                    <a:pt x="3173012" y="2882900"/>
                  </a:lnTo>
                  <a:lnTo>
                    <a:pt x="4194092" y="2882900"/>
                  </a:lnTo>
                  <a:lnTo>
                    <a:pt x="4194092" y="2437707"/>
                  </a:lnTo>
                  <a:lnTo>
                    <a:pt x="4105192" y="2316480"/>
                  </a:lnTo>
                  <a:lnTo>
                    <a:pt x="3076492" y="1287780"/>
                  </a:lnTo>
                  <a:lnTo>
                    <a:pt x="3099352" y="1188721"/>
                  </a:lnTo>
                  <a:lnTo>
                    <a:pt x="3236512" y="1112521"/>
                  </a:lnTo>
                  <a:close/>
                </a:path>
              </a:pathLst>
            </a:cu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C0CE8BB3-A4F7-03E0-74CF-EE97B14DE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1331" y="5552443"/>
            <a:ext cx="5529551" cy="8431499"/>
          </a:xfrm>
          <a:prstGeom prst="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45BA2A50-06F4-181D-4C63-B3F42439134F}"/>
              </a:ext>
            </a:extLst>
          </p:cNvPr>
          <p:cNvGrpSpPr/>
          <p:nvPr/>
        </p:nvGrpSpPr>
        <p:grpSpPr>
          <a:xfrm>
            <a:off x="4234762" y="4095686"/>
            <a:ext cx="1570509" cy="1482481"/>
            <a:chOff x="5339155" y="3478071"/>
            <a:chExt cx="1570509" cy="1482481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38CBF7C9-56FE-9091-1592-3189A9587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4547"/>
            <a:stretch>
              <a:fillRect/>
            </a:stretch>
          </p:blipFill>
          <p:spPr>
            <a:xfrm>
              <a:off x="5339155" y="3478071"/>
              <a:ext cx="1570509" cy="1482481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761324C-E113-F55F-BA2F-3287112A91FA}"/>
                </a:ext>
              </a:extLst>
            </p:cNvPr>
            <p:cNvGrpSpPr/>
            <p:nvPr/>
          </p:nvGrpSpPr>
          <p:grpSpPr>
            <a:xfrm>
              <a:off x="6077780" y="3478071"/>
              <a:ext cx="831882" cy="757134"/>
              <a:chOff x="10002463" y="6791049"/>
              <a:chExt cx="1529103" cy="1391707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D323AF18-3289-4ABA-4645-139C5991FE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30886" t="7636" r="12520"/>
              <a:stretch>
                <a:fillRect/>
              </a:stretch>
            </p:blipFill>
            <p:spPr>
              <a:xfrm>
                <a:off x="10047616" y="6791049"/>
                <a:ext cx="1483950" cy="139170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CF1691-C6E0-5590-B933-B44487BF03A5}"/>
                  </a:ext>
                </a:extLst>
              </p:cNvPr>
              <p:cNvSpPr txBox="1"/>
              <p:nvPr/>
            </p:nvSpPr>
            <p:spPr>
              <a:xfrm>
                <a:off x="10002463" y="7020919"/>
                <a:ext cx="4732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Si</a:t>
                </a: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0BE0F2C-1493-E63D-4A0A-9B687B59888B}"/>
                  </a:ext>
                </a:extLst>
              </p:cNvPr>
              <p:cNvCxnSpPr/>
              <p:nvPr/>
            </p:nvCxnSpPr>
            <p:spPr>
              <a:xfrm flipV="1">
                <a:off x="10581107" y="6990873"/>
                <a:ext cx="217170" cy="17907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A288F60E-4C73-29D2-D052-76C13C5A9FD5}"/>
              </a:ext>
            </a:extLst>
          </p:cNvPr>
          <p:cNvSpPr txBox="1"/>
          <p:nvPr/>
        </p:nvSpPr>
        <p:spPr>
          <a:xfrm>
            <a:off x="5788674" y="4516286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+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35468EE-F6EB-3C70-2E7F-E6E39045FF4D}"/>
              </a:ext>
            </a:extLst>
          </p:cNvPr>
          <p:cNvSpPr txBox="1"/>
          <p:nvPr/>
        </p:nvSpPr>
        <p:spPr>
          <a:xfrm>
            <a:off x="7716998" y="4540613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+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9DD346D-F6A5-7EA8-CABE-9450711DDBF3}"/>
              </a:ext>
            </a:extLst>
          </p:cNvPr>
          <p:cNvGrpSpPr/>
          <p:nvPr/>
        </p:nvGrpSpPr>
        <p:grpSpPr>
          <a:xfrm>
            <a:off x="6206507" y="3995624"/>
            <a:ext cx="1479823" cy="1597984"/>
            <a:chOff x="6213837" y="3995624"/>
            <a:chExt cx="1479823" cy="1597984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41D73BC-FD94-EE1F-1860-C3F47D739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8860"/>
            <a:stretch>
              <a:fillRect/>
            </a:stretch>
          </p:blipFill>
          <p:spPr>
            <a:xfrm>
              <a:off x="6213837" y="4112031"/>
              <a:ext cx="1479823" cy="1481577"/>
            </a:xfrm>
            <a:prstGeom prst="rect">
              <a:avLst/>
            </a:prstGeom>
          </p:spPr>
        </p:pic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8E4FE05-AE30-0FBD-ADA2-B03C4920414F}"/>
                </a:ext>
              </a:extLst>
            </p:cNvPr>
            <p:cNvGrpSpPr/>
            <p:nvPr/>
          </p:nvGrpSpPr>
          <p:grpSpPr>
            <a:xfrm>
              <a:off x="6847913" y="3995624"/>
              <a:ext cx="845747" cy="868155"/>
              <a:chOff x="11589306" y="2006615"/>
              <a:chExt cx="2177494" cy="2235185"/>
            </a:xfrm>
          </p:grpSpPr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3CCB40D3-E6F2-E817-900D-CDD5DD63F6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l="38136" t="3094" r="1559" b="3020"/>
              <a:stretch>
                <a:fillRect/>
              </a:stretch>
            </p:blipFill>
            <p:spPr>
              <a:xfrm>
                <a:off x="11603379" y="2306320"/>
                <a:ext cx="2163421" cy="193548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6269556-F583-4D1F-BBC8-C200B9A636FB}"/>
                  </a:ext>
                </a:extLst>
              </p:cNvPr>
              <p:cNvSpPr txBox="1"/>
              <p:nvPr/>
            </p:nvSpPr>
            <p:spPr>
              <a:xfrm>
                <a:off x="11589306" y="2006615"/>
                <a:ext cx="309588" cy="331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Al</a:t>
                </a:r>
              </a:p>
            </p:txBody>
          </p: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52F9692-679B-62BC-CFE1-F453D1D412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47167" y="2569709"/>
                <a:ext cx="275268" cy="1802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25B84A3-C844-1947-4BCB-41303BBAFA9F}"/>
                  </a:ext>
                </a:extLst>
              </p:cNvPr>
              <p:cNvSpPr txBox="1"/>
              <p:nvPr/>
            </p:nvSpPr>
            <p:spPr>
              <a:xfrm>
                <a:off x="12793529" y="2628297"/>
                <a:ext cx="473206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Si</a:t>
                </a: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1BAF1AD3-8B98-435E-9D67-5A65A35556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379075" y="3682797"/>
                <a:ext cx="66959" cy="31382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0F7E9F1-9B01-A3A4-AF77-BFB0FCC813DB}"/>
                </a:ext>
              </a:extLst>
            </p:cNvPr>
            <p:cNvSpPr txBox="1"/>
            <p:nvPr/>
          </p:nvSpPr>
          <p:spPr>
            <a:xfrm>
              <a:off x="6801226" y="4373805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Mg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877EBC3-2292-6502-CAAC-5FF0355CEC5A}"/>
                </a:ext>
              </a:extLst>
            </p:cNvPr>
            <p:cNvCxnSpPr>
              <a:cxnSpLocks/>
            </p:cNvCxnSpPr>
            <p:nvPr/>
          </p:nvCxnSpPr>
          <p:spPr>
            <a:xfrm>
              <a:off x="7169838" y="4730745"/>
              <a:ext cx="29157" cy="622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4DC49F6-5970-0946-6C4A-EB08402DD01A}"/>
              </a:ext>
            </a:extLst>
          </p:cNvPr>
          <p:cNvGrpSpPr/>
          <p:nvPr/>
        </p:nvGrpSpPr>
        <p:grpSpPr>
          <a:xfrm>
            <a:off x="8098045" y="4079533"/>
            <a:ext cx="1547229" cy="1514075"/>
            <a:chOff x="8155919" y="4079533"/>
            <a:chExt cx="1547229" cy="1514075"/>
          </a:xfrm>
        </p:grpSpPr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B8C484F9-1CEE-65EB-EE15-B84BAE216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6700" r="16739"/>
            <a:stretch>
              <a:fillRect/>
            </a:stretch>
          </p:blipFill>
          <p:spPr>
            <a:xfrm>
              <a:off x="8194826" y="4121809"/>
              <a:ext cx="1508322" cy="1471799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CEFD3A1-8B5C-CA99-3EC3-31B84F050D91}"/>
                </a:ext>
              </a:extLst>
            </p:cNvPr>
            <p:cNvSpPr txBox="1"/>
            <p:nvPr/>
          </p:nvSpPr>
          <p:spPr>
            <a:xfrm>
              <a:off x="8155919" y="4079533"/>
              <a:ext cx="9185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Al wire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50751AD-0E9B-4E91-8F4C-4B961D8E1D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03920" y="4404240"/>
              <a:ext cx="240080" cy="3033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A522C37-A97C-F541-75FD-CDB6DE0140E6}"/>
              </a:ext>
            </a:extLst>
          </p:cNvPr>
          <p:cNvCxnSpPr>
            <a:cxnSpLocks/>
            <a:stCxn id="33" idx="5"/>
          </p:cNvCxnSpPr>
          <p:nvPr/>
        </p:nvCxnSpPr>
        <p:spPr>
          <a:xfrm flipV="1">
            <a:off x="4535767" y="9502140"/>
            <a:ext cx="341757" cy="4126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20E5EA2-BBD0-EE93-E5B2-0A787EDF027F}"/>
              </a:ext>
            </a:extLst>
          </p:cNvPr>
          <p:cNvCxnSpPr>
            <a:cxnSpLocks/>
          </p:cNvCxnSpPr>
          <p:nvPr/>
        </p:nvCxnSpPr>
        <p:spPr>
          <a:xfrm>
            <a:off x="4631630" y="10992341"/>
            <a:ext cx="1442472" cy="18869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85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D6F8D4-2200-EC35-5D9C-B83953666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810" y="4485625"/>
            <a:ext cx="7554379" cy="931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0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</TotalTime>
  <Words>30</Words>
  <Application>Microsoft Office PowerPoint</Application>
  <PresentationFormat>Custom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Sterling Baird</dc:creator>
  <cp:lastModifiedBy>Sterling Baird</cp:lastModifiedBy>
  <cp:revision>2</cp:revision>
  <dcterms:created xsi:type="dcterms:W3CDTF">2026-04-15T17:49:18Z</dcterms:created>
  <dcterms:modified xsi:type="dcterms:W3CDTF">2026-04-21T19:46:22Z</dcterms:modified>
</cp:coreProperties>
</file>