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9"/>
  </p:notesMasterIdLst>
  <p:sldIdLst>
    <p:sldId id="25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5EE8A1-D51F-42B9-A715-25825370EE31}">
          <p14:sldIdLst>
            <p14:sldId id="7082"/>
            <p14:sldId id="7092"/>
            <p14:sldId id="7069"/>
            <p14:sldId id="7114"/>
            <p14:sldId id="7083"/>
            <p14:sldId id="7093"/>
            <p14:sldId id="7087"/>
            <p14:sldId id="7085"/>
            <p14:sldId id="7094"/>
            <p14:sldId id="7098"/>
            <p14:sldId id="7100"/>
            <p14:sldId id="7099"/>
            <p14:sldId id="7096"/>
            <p14:sldId id="7097"/>
            <p14:sldId id="7090"/>
            <p14:sldId id="7101"/>
            <p14:sldId id="7120"/>
            <p14:sldId id="7018"/>
            <p14:sldId id="7102"/>
            <p14:sldId id="7103"/>
            <p14:sldId id="7104"/>
            <p14:sldId id="7105"/>
            <p14:sldId id="7106"/>
            <p14:sldId id="7107"/>
            <p14:sldId id="7108"/>
            <p14:sldId id="7109"/>
            <p14:sldId id="7110"/>
            <p14:sldId id="7115"/>
            <p14:sldId id="7112"/>
            <p14:sldId id="7117"/>
            <p14:sldId id="7119"/>
            <p14:sldId id="7118"/>
            <p14:sldId id="7116"/>
          </p14:sldIdLst>
        </p14:section>
        <p14:section name="slide-graveyard" id="{53A05964-4188-4DB8-9C2C-9C67C05B4B85}">
          <p14:sldIdLst>
            <p14:sldId id="70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547108-663F-7DD8-8CCD-13EB66DF1423}" name="Sterling Baird" initials="SB" userId="S::sterling.baird@utoronto.ca::68e56cba-a841-4cd1-ab37-28cab6b0d7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DACF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564E87-662D-489A-AD77-F0C83EA18C4F}" v="221" dt="2026-06-23T17:56:39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0" autoAdjust="0"/>
    <p:restoredTop sz="88462" autoAdjust="0"/>
  </p:normalViewPr>
  <p:slideViewPr>
    <p:cSldViewPr snapToGrid="0">
      <p:cViewPr varScale="1">
        <p:scale>
          <a:sx n="97" d="100"/>
          <a:sy n="97" d="100"/>
        </p:scale>
        <p:origin x="6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Relationship Id="rId46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rling Baird" userId="1357d663-a106-4039-a40d-6f81e26aaf4b" providerId="ADAL" clId="{735F2C14-54F5-481E-BAD5-87514A27FEF5}"/>
    <pc:docChg chg="undo redo custSel modSld modMainMaster">
      <pc:chgData name="Sterling Baird" userId="1357d663-a106-4039-a40d-6f81e26aaf4b" providerId="ADAL" clId="{735F2C14-54F5-481E-BAD5-87514A27FEF5}" dt="2026-06-23T17:56:39.086" v="3824"/>
      <pc:docMkLst>
        <pc:docMk/>
      </pc:docMkLst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063442199" sldId="7018"/>
        </pc:sldMkLst>
        <pc:spChg chg="mod">
          <ac:chgData name="Sterling Baird" userId="1357d663-a106-4039-a40d-6f81e26aaf4b" providerId="ADAL" clId="{735F2C14-54F5-481E-BAD5-87514A27FEF5}" dt="2026-06-23T17:39:20.888" v="3351" actId="1037"/>
          <ac:spMkLst>
            <pc:docMk/>
            <pc:sldMk cId="1063442199" sldId="7018"/>
            <ac:spMk id="16" creationId="{4B5D8CFA-A3A1-0C96-AE7E-E06A4DAC5F46}"/>
          </ac:spMkLst>
        </pc:spChg>
        <pc:picChg chg="add del">
          <ac:chgData name="Sterling Baird" userId="1357d663-a106-4039-a40d-6f81e26aaf4b" providerId="ADAL" clId="{735F2C14-54F5-481E-BAD5-87514A27FEF5}" dt="2026-06-23T17:49:02.847" v="3806" actId="478"/>
          <ac:picMkLst>
            <pc:docMk/>
            <pc:sldMk cId="1063442199" sldId="7018"/>
            <ac:picMk id="14" creationId="{FABAC53A-5785-CB00-6055-23A1EA5F96E3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3384140039" sldId="7069"/>
        </pc:sldMkLst>
        <pc:picChg chg="add del">
          <ac:chgData name="Sterling Baird" userId="1357d663-a106-4039-a40d-6f81e26aaf4b" providerId="ADAL" clId="{735F2C14-54F5-481E-BAD5-87514A27FEF5}" dt="2026-06-23T17:48:05.712" v="3764" actId="478"/>
          <ac:picMkLst>
            <pc:docMk/>
            <pc:sldMk cId="3384140039" sldId="7069"/>
            <ac:picMk id="4" creationId="{18A736CF-8E5A-C432-7DDC-E2E8E21002B4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3384140039" sldId="7069"/>
            <ac:picMk id="6" creationId="{8590DE81-0B4A-D2B1-FD7C-3B6D50BC0883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56:39.086" v="3824"/>
        <pc:sldMkLst>
          <pc:docMk/>
          <pc:sldMk cId="2526637733" sldId="7082"/>
        </pc:sldMkLst>
        <pc:spChg chg="add mod">
          <ac:chgData name="Sterling Baird" userId="1357d663-a106-4039-a40d-6f81e26aaf4b" providerId="ADAL" clId="{735F2C14-54F5-481E-BAD5-87514A27FEF5}" dt="2026-06-23T17:43:57.449" v="3695" actId="2085"/>
          <ac:spMkLst>
            <pc:docMk/>
            <pc:sldMk cId="2526637733" sldId="7082"/>
            <ac:spMk id="8" creationId="{1BBCCDC7-999C-3869-A2C1-AD45D2F98BF6}"/>
          </ac:spMkLst>
        </pc:spChg>
        <pc:picChg chg="add del mod">
          <ac:chgData name="Sterling Baird" userId="1357d663-a106-4039-a40d-6f81e26aaf4b" providerId="ADAL" clId="{735F2C14-54F5-481E-BAD5-87514A27FEF5}" dt="2026-06-23T17:45:00.905" v="3696"/>
          <ac:picMkLst>
            <pc:docMk/>
            <pc:sldMk cId="2526637733" sldId="7082"/>
            <ac:picMk id="7" creationId="{D590544E-0AD0-5129-1C76-4A93FA54C385}"/>
          </ac:picMkLst>
        </pc:picChg>
        <pc:picChg chg="add del mod">
          <ac:chgData name="Sterling Baird" userId="1357d663-a106-4039-a40d-6f81e26aaf4b" providerId="ADAL" clId="{735F2C14-54F5-481E-BAD5-87514A27FEF5}" dt="2026-06-23T17:56:39.086" v="3824"/>
          <ac:picMkLst>
            <pc:docMk/>
            <pc:sldMk cId="2526637733" sldId="7082"/>
            <ac:picMk id="18" creationId="{CE03491F-FCDC-B0A2-6331-C6D155DE99F7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2526637733" sldId="7082"/>
            <ac:picMk id="19" creationId="{39477041-CBC3-3520-1E55-3546770E8E54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1875680372" sldId="7083"/>
        </pc:sldMkLst>
        <pc:picChg chg="add del">
          <ac:chgData name="Sterling Baird" userId="1357d663-a106-4039-a40d-6f81e26aaf4b" providerId="ADAL" clId="{735F2C14-54F5-481E-BAD5-87514A27FEF5}" dt="2026-06-23T17:48:10.456" v="3766" actId="478"/>
          <ac:picMkLst>
            <pc:docMk/>
            <pc:sldMk cId="1875680372" sldId="7083"/>
            <ac:picMk id="4" creationId="{C16CC87A-7166-1A1D-899A-8DC38A4F0A1D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875680372" sldId="7083"/>
            <ac:picMk id="6" creationId="{E0EB5BA7-90AF-B3E7-0681-C42CFBFC171C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647541912" sldId="7085"/>
        </pc:sldMkLst>
        <pc:picChg chg="add del">
          <ac:chgData name="Sterling Baird" userId="1357d663-a106-4039-a40d-6f81e26aaf4b" providerId="ADAL" clId="{735F2C14-54F5-481E-BAD5-87514A27FEF5}" dt="2026-06-23T17:48:17.744" v="3769" actId="478"/>
          <ac:picMkLst>
            <pc:docMk/>
            <pc:sldMk cId="647541912" sldId="7085"/>
            <ac:picMk id="5" creationId="{F575A491-84E8-B320-91B2-70D2DBE2FF72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647541912" sldId="7085"/>
            <ac:picMk id="7" creationId="{FE11A002-0F1D-B913-FE9B-CD22CDA66CFC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56:39.086" v="3824"/>
        <pc:sldMkLst>
          <pc:docMk/>
          <pc:sldMk cId="1579810191" sldId="7087"/>
        </pc:sldMkLst>
        <pc:spChg chg="add mod">
          <ac:chgData name="Sterling Baird" userId="1357d663-a106-4039-a40d-6f81e26aaf4b" providerId="ADAL" clId="{735F2C14-54F5-481E-BAD5-87514A27FEF5}" dt="2026-06-23T17:17:42.363" v="1526" actId="1076"/>
          <ac:spMkLst>
            <pc:docMk/>
            <pc:sldMk cId="1579810191" sldId="7087"/>
            <ac:spMk id="3" creationId="{B9CB9F65-7404-C2F9-4AFD-C497558C3B7C}"/>
          </ac:spMkLst>
        </pc:spChg>
        <pc:picChg chg="mod">
          <ac:chgData name="Sterling Baird" userId="1357d663-a106-4039-a40d-6f81e26aaf4b" providerId="ADAL" clId="{735F2C14-54F5-481E-BAD5-87514A27FEF5}" dt="2026-06-23T17:17:38.104" v="1525" actId="1038"/>
          <ac:picMkLst>
            <pc:docMk/>
            <pc:sldMk cId="1579810191" sldId="7087"/>
            <ac:picMk id="4" creationId="{6F47138E-5CBB-6410-7312-7559A62DA41D}"/>
          </ac:picMkLst>
        </pc:picChg>
        <pc:picChg chg="add del">
          <ac:chgData name="Sterling Baird" userId="1357d663-a106-4039-a40d-6f81e26aaf4b" providerId="ADAL" clId="{735F2C14-54F5-481E-BAD5-87514A27FEF5}" dt="2026-06-23T17:48:15.383" v="3768" actId="478"/>
          <ac:picMkLst>
            <pc:docMk/>
            <pc:sldMk cId="1579810191" sldId="7087"/>
            <ac:picMk id="9" creationId="{6E92E484-69C6-BB65-6B7A-A8CA0C362884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579810191" sldId="7087"/>
            <ac:picMk id="13" creationId="{524F5AE7-FB41-E9FE-81EB-9F3037B3A3E4}"/>
          </ac:picMkLst>
        </pc:picChg>
        <pc:cxnChg chg="add mod">
          <ac:chgData name="Sterling Baird" userId="1357d663-a106-4039-a40d-6f81e26aaf4b" providerId="ADAL" clId="{735F2C14-54F5-481E-BAD5-87514A27FEF5}" dt="2026-06-23T17:18:02.714" v="1529" actId="1582"/>
          <ac:cxnSpMkLst>
            <pc:docMk/>
            <pc:sldMk cId="1579810191" sldId="7087"/>
            <ac:cxnSpMk id="7" creationId="{A0E17D5B-5475-8CD5-441B-9E3DD2B888CA}"/>
          </ac:cxnSpMkLst>
        </pc:cxn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422193461" sldId="7090"/>
        </pc:sldMkLst>
        <pc:picChg chg="add del">
          <ac:chgData name="Sterling Baird" userId="1357d663-a106-4039-a40d-6f81e26aaf4b" providerId="ADAL" clId="{735F2C14-54F5-481E-BAD5-87514A27FEF5}" dt="2026-06-23T17:48:37.966" v="3776" actId="478"/>
          <ac:picMkLst>
            <pc:docMk/>
            <pc:sldMk cId="1422193461" sldId="7090"/>
            <ac:picMk id="4" creationId="{07CEDF9F-12F8-F528-C9C8-2123F59D4BF1}"/>
          </ac:picMkLst>
        </pc:picChg>
      </pc:sldChg>
      <pc:sldChg chg="modTransition">
        <pc:chgData name="Sterling Baird" userId="1357d663-a106-4039-a40d-6f81e26aaf4b" providerId="ADAL" clId="{735F2C14-54F5-481E-BAD5-87514A27FEF5}" dt="2026-06-23T17:49:53.213" v="3823"/>
        <pc:sldMkLst>
          <pc:docMk/>
          <pc:sldMk cId="1974216512" sldId="7091"/>
        </pc:sldMkLst>
      </pc:sldChg>
      <pc:sldChg chg="addSp delSp modSp mod modTransition delAnim modNotesTx">
        <pc:chgData name="Sterling Baird" userId="1357d663-a106-4039-a40d-6f81e26aaf4b" providerId="ADAL" clId="{735F2C14-54F5-481E-BAD5-87514A27FEF5}" dt="2026-06-23T17:56:39.086" v="3824"/>
        <pc:sldMkLst>
          <pc:docMk/>
          <pc:sldMk cId="41495603" sldId="7092"/>
        </pc:sldMkLst>
        <pc:picChg chg="add del">
          <ac:chgData name="Sterling Baird" userId="1357d663-a106-4039-a40d-6f81e26aaf4b" providerId="ADAL" clId="{735F2C14-54F5-481E-BAD5-87514A27FEF5}" dt="2026-06-23T17:45:00.905" v="3696"/>
          <ac:picMkLst>
            <pc:docMk/>
            <pc:sldMk cId="41495603" sldId="7092"/>
            <ac:picMk id="6" creationId="{0A7B17C8-0BD0-D90F-464F-0E0714FAA5AB}"/>
          </ac:picMkLst>
        </pc:picChg>
        <pc:picChg chg="add del">
          <ac:chgData name="Sterling Baird" userId="1357d663-a106-4039-a40d-6f81e26aaf4b" providerId="ADAL" clId="{735F2C14-54F5-481E-BAD5-87514A27FEF5}" dt="2026-06-23T17:45:41.780" v="3700"/>
          <ac:picMkLst>
            <pc:docMk/>
            <pc:sldMk cId="41495603" sldId="7092"/>
            <ac:picMk id="11" creationId="{B5C314C9-C630-3003-4C1A-00EAC676B0D1}"/>
          </ac:picMkLst>
        </pc:picChg>
        <pc:picChg chg="add del mod">
          <ac:chgData name="Sterling Baird" userId="1357d663-a106-4039-a40d-6f81e26aaf4b" providerId="ADAL" clId="{735F2C14-54F5-481E-BAD5-87514A27FEF5}" dt="2026-06-23T17:45:41.780" v="3700"/>
          <ac:picMkLst>
            <pc:docMk/>
            <pc:sldMk cId="41495603" sldId="7092"/>
            <ac:picMk id="12" creationId="{CE8B5F6C-C1DC-E9A0-A784-05459B969C4B}"/>
          </ac:picMkLst>
        </pc:picChg>
        <pc:picChg chg="add del mod">
          <ac:chgData name="Sterling Baird" userId="1357d663-a106-4039-a40d-6f81e26aaf4b" providerId="ADAL" clId="{735F2C14-54F5-481E-BAD5-87514A27FEF5}" dt="2026-06-23T17:45:49.199" v="3703" actId="478"/>
          <ac:picMkLst>
            <pc:docMk/>
            <pc:sldMk cId="41495603" sldId="7092"/>
            <ac:picMk id="13" creationId="{D793BF2D-14C7-C5C9-716D-FC0EBC00399F}"/>
          </ac:picMkLst>
        </pc:picChg>
        <pc:picChg chg="add del mod">
          <ac:chgData name="Sterling Baird" userId="1357d663-a106-4039-a40d-6f81e26aaf4b" providerId="ADAL" clId="{735F2C14-54F5-481E-BAD5-87514A27FEF5}" dt="2026-06-23T17:45:46.536" v="3702" actId="478"/>
          <ac:picMkLst>
            <pc:docMk/>
            <pc:sldMk cId="41495603" sldId="7092"/>
            <ac:picMk id="14" creationId="{7ECB9E8F-8722-C729-5731-54BD6D5A6234}"/>
          </ac:picMkLst>
        </pc:picChg>
        <pc:picChg chg="add del mod">
          <ac:chgData name="Sterling Baird" userId="1357d663-a106-4039-a40d-6f81e26aaf4b" providerId="ADAL" clId="{735F2C14-54F5-481E-BAD5-87514A27FEF5}" dt="2026-06-23T17:45:59.476" v="3705" actId="478"/>
          <ac:picMkLst>
            <pc:docMk/>
            <pc:sldMk cId="41495603" sldId="7092"/>
            <ac:picMk id="17" creationId="{DE068C5F-8D47-0AB3-1322-23D49363702C}"/>
          </ac:picMkLst>
        </pc:picChg>
        <pc:picChg chg="add del">
          <ac:chgData name="Sterling Baird" userId="1357d663-a106-4039-a40d-6f81e26aaf4b" providerId="ADAL" clId="{735F2C14-54F5-481E-BAD5-87514A27FEF5}" dt="2026-06-23T17:47:22.877" v="3709"/>
          <ac:picMkLst>
            <pc:docMk/>
            <pc:sldMk cId="41495603" sldId="7092"/>
            <ac:picMk id="19" creationId="{CEA57748-CDDE-376B-C0AB-AE5324EBCF94}"/>
          </ac:picMkLst>
        </pc:picChg>
        <pc:picChg chg="add del mod">
          <ac:chgData name="Sterling Baird" userId="1357d663-a106-4039-a40d-6f81e26aaf4b" providerId="ADAL" clId="{735F2C14-54F5-481E-BAD5-87514A27FEF5}" dt="2026-06-23T17:47:22.877" v="3709"/>
          <ac:picMkLst>
            <pc:docMk/>
            <pc:sldMk cId="41495603" sldId="7092"/>
            <ac:picMk id="20" creationId="{5F81FB9E-0EB6-B550-25C2-E069B0E7AC9A}"/>
          </ac:picMkLst>
        </pc:picChg>
        <pc:picChg chg="add del mod">
          <ac:chgData name="Sterling Baird" userId="1357d663-a106-4039-a40d-6f81e26aaf4b" providerId="ADAL" clId="{735F2C14-54F5-481E-BAD5-87514A27FEF5}" dt="2026-06-23T17:48:03.377" v="3763" actId="478"/>
          <ac:picMkLst>
            <pc:docMk/>
            <pc:sldMk cId="41495603" sldId="7092"/>
            <ac:picMk id="21" creationId="{A3284E37-8A7C-6679-E8AE-CD18B5216326}"/>
          </ac:picMkLst>
        </pc:picChg>
        <pc:picChg chg="add del mod">
          <ac:chgData name="Sterling Baird" userId="1357d663-a106-4039-a40d-6f81e26aaf4b" providerId="ADAL" clId="{735F2C14-54F5-481E-BAD5-87514A27FEF5}" dt="2026-06-23T17:47:27.920" v="3711" actId="478"/>
          <ac:picMkLst>
            <pc:docMk/>
            <pc:sldMk cId="41495603" sldId="7092"/>
            <ac:picMk id="22" creationId="{A7267F3A-7334-2B54-D1AD-9A37590D5ACA}"/>
          </ac:picMkLst>
        </pc:picChg>
        <pc:picChg chg="add del mod">
          <ac:chgData name="Sterling Baird" userId="1357d663-a106-4039-a40d-6f81e26aaf4b" providerId="ADAL" clId="{735F2C14-54F5-481E-BAD5-87514A27FEF5}" dt="2026-06-23T17:56:39.086" v="3824"/>
          <ac:picMkLst>
            <pc:docMk/>
            <pc:sldMk cId="41495603" sldId="7092"/>
            <ac:picMk id="27" creationId="{3B5732E5-39F5-B146-44AE-9F79B48C73B9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41495603" sldId="7092"/>
            <ac:picMk id="28" creationId="{8E8AD52F-B45F-9985-3B52-3E2821D09921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56:39.086" v="3824"/>
        <pc:sldMkLst>
          <pc:docMk/>
          <pc:sldMk cId="1441015139" sldId="7093"/>
        </pc:sldMkLst>
        <pc:spChg chg="mod">
          <ac:chgData name="Sterling Baird" userId="1357d663-a106-4039-a40d-6f81e26aaf4b" providerId="ADAL" clId="{735F2C14-54F5-481E-BAD5-87514A27FEF5}" dt="2026-06-23T17:38:11.506" v="3257" actId="1037"/>
          <ac:spMkLst>
            <pc:docMk/>
            <pc:sldMk cId="1441015139" sldId="7093"/>
            <ac:spMk id="9" creationId="{367558C6-951E-DF07-3227-9FC81891E8A0}"/>
          </ac:spMkLst>
        </pc:spChg>
        <pc:picChg chg="add del">
          <ac:chgData name="Sterling Baird" userId="1357d663-a106-4039-a40d-6f81e26aaf4b" providerId="ADAL" clId="{735F2C14-54F5-481E-BAD5-87514A27FEF5}" dt="2026-06-23T17:48:12.604" v="3767" actId="478"/>
          <ac:picMkLst>
            <pc:docMk/>
            <pc:sldMk cId="1441015139" sldId="7093"/>
            <ac:picMk id="7" creationId="{A3A36783-5D77-F3A0-125D-25EF1364A4B9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441015139" sldId="7093"/>
            <ac:picMk id="10" creationId="{6344B17D-1BE3-D91B-00D1-05DC89624D21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4065811164" sldId="7094"/>
        </pc:sldMkLst>
        <pc:picChg chg="add del">
          <ac:chgData name="Sterling Baird" userId="1357d663-a106-4039-a40d-6f81e26aaf4b" providerId="ADAL" clId="{735F2C14-54F5-481E-BAD5-87514A27FEF5}" dt="2026-06-23T17:48:20.606" v="3770" actId="478"/>
          <ac:picMkLst>
            <pc:docMk/>
            <pc:sldMk cId="4065811164" sldId="7094"/>
            <ac:picMk id="4" creationId="{059812A1-6593-1979-858E-5D2DB74FECA5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4065811164" sldId="7094"/>
            <ac:picMk id="6" creationId="{652D0F8D-B192-359B-2DE8-6F06DE0DC66F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398435611" sldId="7096"/>
        </pc:sldMkLst>
        <pc:picChg chg="add del mod">
          <ac:chgData name="Sterling Baird" userId="1357d663-a106-4039-a40d-6f81e26aaf4b" providerId="ADAL" clId="{735F2C14-54F5-481E-BAD5-87514A27FEF5}" dt="2026-06-23T17:48:31.570" v="3774" actId="478"/>
          <ac:picMkLst>
            <pc:docMk/>
            <pc:sldMk cId="1398435611" sldId="7096"/>
            <ac:picMk id="4" creationId="{6CA66888-2A81-0F23-62A6-39BA817474C5}"/>
          </ac:picMkLst>
        </pc:picChg>
        <pc:picChg chg="mod">
          <ac:chgData name="Sterling Baird" userId="1357d663-a106-4039-a40d-6f81e26aaf4b" providerId="ADAL" clId="{735F2C14-54F5-481E-BAD5-87514A27FEF5}" dt="2026-06-23T17:48:42.361" v="3802" actId="1035"/>
          <ac:picMkLst>
            <pc:docMk/>
            <pc:sldMk cId="1398435611" sldId="7096"/>
            <ac:picMk id="16" creationId="{87F68A07-F71E-D91E-8A5A-0F29BFDD91C8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3624938" sldId="7097"/>
        </pc:sldMkLst>
        <pc:picChg chg="add del mod">
          <ac:chgData name="Sterling Baird" userId="1357d663-a106-4039-a40d-6f81e26aaf4b" providerId="ADAL" clId="{735F2C14-54F5-481E-BAD5-87514A27FEF5}" dt="2026-06-23T17:48:34.563" v="3775" actId="478"/>
          <ac:picMkLst>
            <pc:docMk/>
            <pc:sldMk cId="33624938" sldId="7097"/>
            <ac:picMk id="5" creationId="{AA92AE03-8FEE-0862-2570-6AE9C529B288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232644041" sldId="7098"/>
        </pc:sldMkLst>
        <pc:picChg chg="add del">
          <ac:chgData name="Sterling Baird" userId="1357d663-a106-4039-a40d-6f81e26aaf4b" providerId="ADAL" clId="{735F2C14-54F5-481E-BAD5-87514A27FEF5}" dt="2026-06-23T17:48:23.318" v="3771" actId="478"/>
          <ac:picMkLst>
            <pc:docMk/>
            <pc:sldMk cId="232644041" sldId="7098"/>
            <ac:picMk id="4" creationId="{54E8CF4D-E652-A2BA-3AC9-85A96938CF2A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232644041" sldId="7098"/>
            <ac:picMk id="9" creationId="{207EF0DA-BAF6-A4AF-8889-DA2A54CFC280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1331650472" sldId="7099"/>
        </pc:sldMkLst>
        <pc:grpChg chg="mod">
          <ac:chgData name="Sterling Baird" userId="1357d663-a106-4039-a40d-6f81e26aaf4b" providerId="ADAL" clId="{735F2C14-54F5-481E-BAD5-87514A27FEF5}" dt="2026-06-23T17:38:31.485" v="3265" actId="1037"/>
          <ac:grpSpMkLst>
            <pc:docMk/>
            <pc:sldMk cId="1331650472" sldId="7099"/>
            <ac:grpSpMk id="45" creationId="{5893B2A6-F5A0-9464-C785-E214856043AF}"/>
          </ac:grpSpMkLst>
        </pc:grpChg>
        <pc:picChg chg="add del">
          <ac:chgData name="Sterling Baird" userId="1357d663-a106-4039-a40d-6f81e26aaf4b" providerId="ADAL" clId="{735F2C14-54F5-481E-BAD5-87514A27FEF5}" dt="2026-06-23T17:48:28.236" v="3773" actId="478"/>
          <ac:picMkLst>
            <pc:docMk/>
            <pc:sldMk cId="1331650472" sldId="7099"/>
            <ac:picMk id="5" creationId="{55BE3C78-FEB5-7059-559E-D0C03F8808A5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331650472" sldId="7099"/>
            <ac:picMk id="7" creationId="{0E55DCFD-66BE-2112-55E7-7B2ECC9A902E}"/>
          </ac:picMkLst>
        </pc:picChg>
        <pc:picChg chg="mod">
          <ac:chgData name="Sterling Baird" userId="1357d663-a106-4039-a40d-6f81e26aaf4b" providerId="ADAL" clId="{735F2C14-54F5-481E-BAD5-87514A27FEF5}" dt="2026-06-23T17:38:35.772" v="3301" actId="1037"/>
          <ac:picMkLst>
            <pc:docMk/>
            <pc:sldMk cId="1331650472" sldId="7099"/>
            <ac:picMk id="9" creationId="{81B7DAA3-8EDE-3F4A-D0F4-ED1BB3F752D3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3600389822" sldId="7100"/>
        </pc:sldMkLst>
        <pc:picChg chg="add del">
          <ac:chgData name="Sterling Baird" userId="1357d663-a106-4039-a40d-6f81e26aaf4b" providerId="ADAL" clId="{735F2C14-54F5-481E-BAD5-87514A27FEF5}" dt="2026-06-23T17:48:26.097" v="3772" actId="478"/>
          <ac:picMkLst>
            <pc:docMk/>
            <pc:sldMk cId="3600389822" sldId="7100"/>
            <ac:picMk id="4" creationId="{AEA649F0-2ABC-7201-43F7-F389281ACFDB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3600389822" sldId="7100"/>
            <ac:picMk id="7" creationId="{715980D5-CC1B-E777-948C-B77064FB49B7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700878909" sldId="7101"/>
        </pc:sldMkLst>
        <pc:picChg chg="add del">
          <ac:chgData name="Sterling Baird" userId="1357d663-a106-4039-a40d-6f81e26aaf4b" providerId="ADAL" clId="{735F2C14-54F5-481E-BAD5-87514A27FEF5}" dt="2026-06-23T17:49:40.450" v="3820" actId="478"/>
          <ac:picMkLst>
            <pc:docMk/>
            <pc:sldMk cId="700878909" sldId="7101"/>
            <ac:picMk id="6" creationId="{02B7775C-C00C-149A-69C8-07B2B2B7F559}"/>
          </ac:picMkLst>
        </pc:picChg>
        <pc:picChg chg="add ord">
          <ac:chgData name="Sterling Baird" userId="1357d663-a106-4039-a40d-6f81e26aaf4b" providerId="ADAL" clId="{735F2C14-54F5-481E-BAD5-87514A27FEF5}" dt="2026-06-23T17:48:52.883" v="3805" actId="167"/>
          <ac:picMkLst>
            <pc:docMk/>
            <pc:sldMk cId="700878909" sldId="7101"/>
            <ac:picMk id="8" creationId="{24F4E3D7-AE0D-D4E9-FC87-D1961BC4D644}"/>
          </ac:picMkLst>
        </pc:picChg>
        <pc:picChg chg="del">
          <ac:chgData name="Sterling Baird" userId="1357d663-a106-4039-a40d-6f81e26aaf4b" providerId="ADAL" clId="{735F2C14-54F5-481E-BAD5-87514A27FEF5}" dt="2026-06-23T17:48:49.053" v="3803" actId="478"/>
          <ac:picMkLst>
            <pc:docMk/>
            <pc:sldMk cId="700878909" sldId="7101"/>
            <ac:picMk id="16" creationId="{7FD38C9D-5EB8-36DA-4576-C248C27E23BD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544790605" sldId="7102"/>
        </pc:sldMkLst>
        <pc:picChg chg="add del">
          <ac:chgData name="Sterling Baird" userId="1357d663-a106-4039-a40d-6f81e26aaf4b" providerId="ADAL" clId="{735F2C14-54F5-481E-BAD5-87514A27FEF5}" dt="2026-06-23T17:49:05.033" v="3807" actId="478"/>
          <ac:picMkLst>
            <pc:docMk/>
            <pc:sldMk cId="544790605" sldId="7102"/>
            <ac:picMk id="4" creationId="{6B1FC825-E1CF-7B34-F17D-538FE7B551A5}"/>
          </ac:picMkLst>
        </pc:picChg>
        <pc:picChg chg="mod">
          <ac:chgData name="Sterling Baird" userId="1357d663-a106-4039-a40d-6f81e26aaf4b" providerId="ADAL" clId="{735F2C14-54F5-481E-BAD5-87514A27FEF5}" dt="2026-06-23T17:40:28.060" v="3484" actId="1037"/>
          <ac:picMkLst>
            <pc:docMk/>
            <pc:sldMk cId="544790605" sldId="7102"/>
            <ac:picMk id="4098" creationId="{127B6865-4E8B-3101-A933-7CE564A8A81A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859540742" sldId="7103"/>
        </pc:sldMkLst>
        <pc:picChg chg="add del">
          <ac:chgData name="Sterling Baird" userId="1357d663-a106-4039-a40d-6f81e26aaf4b" providerId="ADAL" clId="{735F2C14-54F5-481E-BAD5-87514A27FEF5}" dt="2026-06-23T17:49:08.088" v="3808" actId="478"/>
          <ac:picMkLst>
            <pc:docMk/>
            <pc:sldMk cId="859540742" sldId="7103"/>
            <ac:picMk id="4" creationId="{83B936CA-2A94-6195-4313-D8FF7542E659}"/>
          </ac:picMkLst>
        </pc:picChg>
        <pc:picChg chg="mod">
          <ac:chgData name="Sterling Baird" userId="1357d663-a106-4039-a40d-6f81e26aaf4b" providerId="ADAL" clId="{735F2C14-54F5-481E-BAD5-87514A27FEF5}" dt="2026-06-23T17:40:39.464" v="3524" actId="1037"/>
          <ac:picMkLst>
            <pc:docMk/>
            <pc:sldMk cId="859540742" sldId="7103"/>
            <ac:picMk id="3074" creationId="{B4815B0A-7880-85D6-2B11-732D18DFAA94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2319100863" sldId="7104"/>
        </pc:sldMkLst>
        <pc:picChg chg="add del">
          <ac:chgData name="Sterling Baird" userId="1357d663-a106-4039-a40d-6f81e26aaf4b" providerId="ADAL" clId="{735F2C14-54F5-481E-BAD5-87514A27FEF5}" dt="2026-06-23T17:49:10.447" v="3809" actId="478"/>
          <ac:picMkLst>
            <pc:docMk/>
            <pc:sldMk cId="2319100863" sldId="7104"/>
            <ac:picMk id="4" creationId="{9EF12237-11EB-36C6-EF88-6259A1281A38}"/>
          </ac:picMkLst>
        </pc:picChg>
        <pc:picChg chg="mod">
          <ac:chgData name="Sterling Baird" userId="1357d663-a106-4039-a40d-6f81e26aaf4b" providerId="ADAL" clId="{735F2C14-54F5-481E-BAD5-87514A27FEF5}" dt="2026-06-23T17:40:51.371" v="3564" actId="1037"/>
          <ac:picMkLst>
            <pc:docMk/>
            <pc:sldMk cId="2319100863" sldId="7104"/>
            <ac:picMk id="1030" creationId="{3355F00E-D9FE-2A33-2F8E-69B27FC57FB5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322107293" sldId="7105"/>
        </pc:sldMkLst>
        <pc:picChg chg="add del">
          <ac:chgData name="Sterling Baird" userId="1357d663-a106-4039-a40d-6f81e26aaf4b" providerId="ADAL" clId="{735F2C14-54F5-481E-BAD5-87514A27FEF5}" dt="2026-06-23T17:49:12.398" v="3810" actId="478"/>
          <ac:picMkLst>
            <pc:docMk/>
            <pc:sldMk cId="1322107293" sldId="7105"/>
            <ac:picMk id="4" creationId="{B703F69F-EFDE-F956-3651-5B5E72862C25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906941989" sldId="7106"/>
        </pc:sldMkLst>
        <pc:picChg chg="add del">
          <ac:chgData name="Sterling Baird" userId="1357d663-a106-4039-a40d-6f81e26aaf4b" providerId="ADAL" clId="{735F2C14-54F5-481E-BAD5-87514A27FEF5}" dt="2026-06-23T17:49:14.160" v="3811" actId="478"/>
          <ac:picMkLst>
            <pc:docMk/>
            <pc:sldMk cId="906941989" sldId="7106"/>
            <ac:picMk id="4" creationId="{9581D427-C697-98E4-9629-AD4BD7E3DC49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259921791" sldId="7107"/>
        </pc:sldMkLst>
        <pc:picChg chg="add del">
          <ac:chgData name="Sterling Baird" userId="1357d663-a106-4039-a40d-6f81e26aaf4b" providerId="ADAL" clId="{735F2C14-54F5-481E-BAD5-87514A27FEF5}" dt="2026-06-23T17:49:16.354" v="3812" actId="478"/>
          <ac:picMkLst>
            <pc:docMk/>
            <pc:sldMk cId="259921791" sldId="7107"/>
            <ac:picMk id="4" creationId="{EF6FEC66-C1CD-9B1E-F3DA-E73F18E92CED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17174471" sldId="7108"/>
        </pc:sldMkLst>
        <pc:picChg chg="add del">
          <ac:chgData name="Sterling Baird" userId="1357d663-a106-4039-a40d-6f81e26aaf4b" providerId="ADAL" clId="{735F2C14-54F5-481E-BAD5-87514A27FEF5}" dt="2026-06-23T17:49:17.809" v="3813" actId="478"/>
          <ac:picMkLst>
            <pc:docMk/>
            <pc:sldMk cId="317174471" sldId="7108"/>
            <ac:picMk id="9" creationId="{87D2DBF2-9810-5B86-239F-9E62C7056F21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190700389" sldId="7109"/>
        </pc:sldMkLst>
        <pc:picChg chg="add del">
          <ac:chgData name="Sterling Baird" userId="1357d663-a106-4039-a40d-6f81e26aaf4b" providerId="ADAL" clId="{735F2C14-54F5-481E-BAD5-87514A27FEF5}" dt="2026-06-23T17:49:19.218" v="3814" actId="478"/>
          <ac:picMkLst>
            <pc:docMk/>
            <pc:sldMk cId="1190700389" sldId="7109"/>
            <ac:picMk id="9" creationId="{7E6C1476-2F66-6857-013A-0E52A8A999B6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559055419" sldId="7110"/>
        </pc:sldMkLst>
        <pc:spChg chg="mod">
          <ac:chgData name="Sterling Baird" userId="1357d663-a106-4039-a40d-6f81e26aaf4b" providerId="ADAL" clId="{735F2C14-54F5-481E-BAD5-87514A27FEF5}" dt="2026-06-23T17:41:14.945" v="3594" actId="1035"/>
          <ac:spMkLst>
            <pc:docMk/>
            <pc:sldMk cId="3559055419" sldId="7110"/>
            <ac:spMk id="6" creationId="{0A888666-5DE1-D070-724E-8246228FBE74}"/>
          </ac:spMkLst>
        </pc:spChg>
        <pc:picChg chg="add del">
          <ac:chgData name="Sterling Baird" userId="1357d663-a106-4039-a40d-6f81e26aaf4b" providerId="ADAL" clId="{735F2C14-54F5-481E-BAD5-87514A27FEF5}" dt="2026-06-23T17:49:20.741" v="3815" actId="478"/>
          <ac:picMkLst>
            <pc:docMk/>
            <pc:sldMk cId="3559055419" sldId="7110"/>
            <ac:picMk id="5" creationId="{24F38622-E37D-3E22-7C56-900F0CE46141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192030406" sldId="7112"/>
        </pc:sldMkLst>
        <pc:picChg chg="add del">
          <ac:chgData name="Sterling Baird" userId="1357d663-a106-4039-a40d-6f81e26aaf4b" providerId="ADAL" clId="{735F2C14-54F5-481E-BAD5-87514A27FEF5}" dt="2026-06-23T17:49:23.561" v="3817" actId="478"/>
          <ac:picMkLst>
            <pc:docMk/>
            <pc:sldMk cId="3192030406" sldId="7112"/>
            <ac:picMk id="3" creationId="{3D68DEAF-C1C7-0AC7-3192-57CEB4923639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1712936191" sldId="7114"/>
        </pc:sldMkLst>
        <pc:spChg chg="mod">
          <ac:chgData name="Sterling Baird" userId="1357d663-a106-4039-a40d-6f81e26aaf4b" providerId="ADAL" clId="{735F2C14-54F5-481E-BAD5-87514A27FEF5}" dt="2026-06-23T17:14:22.409" v="1227" actId="20577"/>
          <ac:spMkLst>
            <pc:docMk/>
            <pc:sldMk cId="1712936191" sldId="7114"/>
            <ac:spMk id="4" creationId="{58307750-D834-FABE-5C7A-508FB4608421}"/>
          </ac:spMkLst>
        </pc:spChg>
        <pc:picChg chg="add del">
          <ac:chgData name="Sterling Baird" userId="1357d663-a106-4039-a40d-6f81e26aaf4b" providerId="ADAL" clId="{735F2C14-54F5-481E-BAD5-87514A27FEF5}" dt="2026-06-23T17:48:08.208" v="3765" actId="478"/>
          <ac:picMkLst>
            <pc:docMk/>
            <pc:sldMk cId="1712936191" sldId="7114"/>
            <ac:picMk id="5" creationId="{71CD57F5-B0AE-6038-3E9B-6E331FF94A0B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712936191" sldId="7114"/>
            <ac:picMk id="7" creationId="{0B1C2833-0557-1151-D2FC-11E54FF063B9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2840587159" sldId="7115"/>
        </pc:sldMkLst>
        <pc:picChg chg="add del">
          <ac:chgData name="Sterling Baird" userId="1357d663-a106-4039-a40d-6f81e26aaf4b" providerId="ADAL" clId="{735F2C14-54F5-481E-BAD5-87514A27FEF5}" dt="2026-06-23T17:49:22.179" v="3816" actId="478"/>
          <ac:picMkLst>
            <pc:docMk/>
            <pc:sldMk cId="2840587159" sldId="7115"/>
            <ac:picMk id="3" creationId="{BD3AFBBE-A43B-2085-8EFB-C3F7C8ACBC19}"/>
          </ac:picMkLst>
        </pc:picChg>
      </pc:sldChg>
      <pc:sldChg chg="modTransition">
        <pc:chgData name="Sterling Baird" userId="1357d663-a106-4039-a40d-6f81e26aaf4b" providerId="ADAL" clId="{735F2C14-54F5-481E-BAD5-87514A27FEF5}" dt="2026-06-23T17:49:53.213" v="3823"/>
        <pc:sldMkLst>
          <pc:docMk/>
          <pc:sldMk cId="825978036" sldId="7116"/>
        </pc:sldMkLst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399964177" sldId="7117"/>
        </pc:sldMkLst>
        <pc:spChg chg="mod">
          <ac:chgData name="Sterling Baird" userId="1357d663-a106-4039-a40d-6f81e26aaf4b" providerId="ADAL" clId="{735F2C14-54F5-481E-BAD5-87514A27FEF5}" dt="2026-06-23T17:33:08.481" v="2576" actId="20577"/>
          <ac:spMkLst>
            <pc:docMk/>
            <pc:sldMk cId="3399964177" sldId="7117"/>
            <ac:spMk id="4" creationId="{828D4DF1-6968-8FA2-B458-AEF2C5CABB38}"/>
          </ac:spMkLst>
        </pc:spChg>
        <pc:picChg chg="add del">
          <ac:chgData name="Sterling Baird" userId="1357d663-a106-4039-a40d-6f81e26aaf4b" providerId="ADAL" clId="{735F2C14-54F5-481E-BAD5-87514A27FEF5}" dt="2026-06-23T17:41:30.169" v="3598" actId="478"/>
          <ac:picMkLst>
            <pc:docMk/>
            <pc:sldMk cId="3399964177" sldId="7117"/>
            <ac:picMk id="5" creationId="{56CF345B-764C-8FBF-3E17-71E74161DD68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49:53.213" v="3823"/>
        <pc:sldMkLst>
          <pc:docMk/>
          <pc:sldMk cId="3875103652" sldId="7118"/>
        </pc:sldMkLst>
        <pc:picChg chg="add del mod">
          <ac:chgData name="Sterling Baird" userId="1357d663-a106-4039-a40d-6f81e26aaf4b" providerId="ADAL" clId="{735F2C14-54F5-481E-BAD5-87514A27FEF5}" dt="2026-06-23T17:49:27.069" v="3818" actId="478"/>
          <ac:picMkLst>
            <pc:docMk/>
            <pc:sldMk cId="3875103652" sldId="7118"/>
            <ac:picMk id="3" creationId="{0028C5B8-4B3D-4FAD-AB12-52F53BEC8F82}"/>
          </ac:picMkLst>
        </pc:picChg>
      </pc:sldChg>
      <pc:sldChg chg="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2805867118" sldId="7119"/>
        </pc:sldMkLst>
        <pc:spChg chg="mod">
          <ac:chgData name="Sterling Baird" userId="1357d663-a106-4039-a40d-6f81e26aaf4b" providerId="ADAL" clId="{735F2C14-54F5-481E-BAD5-87514A27FEF5}" dt="2026-06-23T17:32:44.473" v="2548" actId="20577"/>
          <ac:spMkLst>
            <pc:docMk/>
            <pc:sldMk cId="2805867118" sldId="7119"/>
            <ac:spMk id="2" creationId="{78849007-97A7-CF04-DE2B-363BBE0589B5}"/>
          </ac:spMkLst>
        </pc:sp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818836639" sldId="7120"/>
        </pc:sldMkLst>
        <pc:picChg chg="add del mod">
          <ac:chgData name="Sterling Baird" userId="1357d663-a106-4039-a40d-6f81e26aaf4b" providerId="ADAL" clId="{735F2C14-54F5-481E-BAD5-87514A27FEF5}" dt="2026-06-23T17:49:36.956" v="3819" actId="478"/>
          <ac:picMkLst>
            <pc:docMk/>
            <pc:sldMk cId="1818836639" sldId="7120"/>
            <ac:picMk id="3" creationId="{EDA40358-F943-4E5B-2BEB-D366D59124F6}"/>
          </ac:picMkLst>
        </pc:picChg>
      </pc:sldChg>
      <pc:sldMasterChg chg="modSldLayout">
        <pc:chgData name="Sterling Baird" userId="1357d663-a106-4039-a40d-6f81e26aaf4b" providerId="ADAL" clId="{735F2C14-54F5-481E-BAD5-87514A27FEF5}" dt="2026-06-23T17:47:45.731" v="3762" actId="1035"/>
        <pc:sldMasterMkLst>
          <pc:docMk/>
          <pc:sldMasterMk cId="2291614398" sldId="2147483660"/>
        </pc:sldMasterMkLst>
        <pc:sldLayoutChg chg="modSp mod">
          <pc:chgData name="Sterling Baird" userId="1357d663-a106-4039-a40d-6f81e26aaf4b" providerId="ADAL" clId="{735F2C14-54F5-481E-BAD5-87514A27FEF5}" dt="2026-06-23T17:47:45.731" v="3762" actId="1035"/>
          <pc:sldLayoutMkLst>
            <pc:docMk/>
            <pc:sldMasterMk cId="2291614398" sldId="2147483660"/>
            <pc:sldLayoutMk cId="3175942155" sldId="2147483661"/>
          </pc:sldLayoutMkLst>
          <pc:spChg chg="mod">
            <ac:chgData name="Sterling Baird" userId="1357d663-a106-4039-a40d-6f81e26aaf4b" providerId="ADAL" clId="{735F2C14-54F5-481E-BAD5-87514A27FEF5}" dt="2026-06-23T17:47:41.636" v="3737" actId="1035"/>
            <ac:spMkLst>
              <pc:docMk/>
              <pc:sldMasterMk cId="2291614398" sldId="2147483660"/>
              <pc:sldLayoutMk cId="3175942155" sldId="2147483661"/>
              <ac:spMk id="21" creationId="{BD9820D7-ABD3-C4B8-4D0B-3E0482A1D432}"/>
            </ac:spMkLst>
          </pc:spChg>
          <pc:grpChg chg="mod">
            <ac:chgData name="Sterling Baird" userId="1357d663-a106-4039-a40d-6f81e26aaf4b" providerId="ADAL" clId="{735F2C14-54F5-481E-BAD5-87514A27FEF5}" dt="2026-06-23T17:47:45.731" v="3762" actId="1035"/>
            <ac:grpSpMkLst>
              <pc:docMk/>
              <pc:sldMasterMk cId="2291614398" sldId="2147483660"/>
              <pc:sldLayoutMk cId="3175942155" sldId="2147483661"/>
              <ac:grpSpMk id="8" creationId="{375EF57F-E591-90D4-2C14-1C5E9AE6B18A}"/>
            </ac:grpSpMkLst>
          </pc:grpChg>
          <pc:grpChg chg="mod">
            <ac:chgData name="Sterling Baird" userId="1357d663-a106-4039-a40d-6f81e26aaf4b" providerId="ADAL" clId="{735F2C14-54F5-481E-BAD5-87514A27FEF5}" dt="2026-06-23T17:47:41.636" v="3737" actId="1035"/>
            <ac:grpSpMkLst>
              <pc:docMk/>
              <pc:sldMasterMk cId="2291614398" sldId="2147483660"/>
              <pc:sldLayoutMk cId="3175942155" sldId="2147483661"/>
              <ac:grpSpMk id="25" creationId="{83C36B8C-129E-58C6-AB18-54AB7894F04A}"/>
            </ac:grpSpMkLst>
          </pc:grpChg>
          <pc:cxnChg chg="mod">
            <ac:chgData name="Sterling Baird" userId="1357d663-a106-4039-a40d-6f81e26aaf4b" providerId="ADAL" clId="{735F2C14-54F5-481E-BAD5-87514A27FEF5}" dt="2026-06-23T17:43:23.184" v="3684" actId="14100"/>
            <ac:cxnSpMkLst>
              <pc:docMk/>
              <pc:sldMasterMk cId="2291614398" sldId="2147483660"/>
              <pc:sldLayoutMk cId="3175942155" sldId="2147483661"/>
              <ac:cxnSpMk id="4" creationId="{77D435FB-1D25-9F38-6120-2DDEA4A566CF}"/>
            </ac:cxnSpMkLst>
          </pc:cxn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7F5DD-9CB2-4DA2-8D45-A2059407286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55997-7884-4691-9FFB-5350EC600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BD9820D7-ABD3-C4B8-4D0B-3E0482A1D432}"/>
              </a:ext>
            </a:extLst>
          </p:cNvPr>
          <p:cNvSpPr txBox="1">
            <a:spLocks/>
          </p:cNvSpPr>
          <p:nvPr userDrawn="1"/>
        </p:nvSpPr>
        <p:spPr>
          <a:xfrm>
            <a:off x="7333335" y="943808"/>
            <a:ext cx="4338572" cy="4585726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000" dirty="0"/>
              <a:t>Sterling Baird, Ph.D.</a:t>
            </a:r>
            <a:br>
              <a:rPr lang="en-CA" sz="2000" dirty="0"/>
            </a:br>
            <a:r>
              <a:rPr lang="en-CA" sz="2000" dirty="0"/>
              <a:t>Assistant Professor, Mech Eng</a:t>
            </a:r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r>
              <a:rPr lang="en-CA" sz="2000" dirty="0"/>
              <a:t>Utah AI Convergence</a:t>
            </a:r>
            <a:br>
              <a:rPr lang="en-CA" sz="2000" dirty="0"/>
            </a:br>
            <a:r>
              <a:rPr lang="en-CA" sz="2000" dirty="0">
                <a:solidFill>
                  <a:schemeClr val="bg1">
                    <a:lumMod val="50000"/>
                  </a:schemeClr>
                </a:solidFill>
              </a:rPr>
              <a:t>June 2026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C36B8C-129E-58C6-AB18-54AB7894F04A}"/>
              </a:ext>
            </a:extLst>
          </p:cNvPr>
          <p:cNvGrpSpPr/>
          <p:nvPr userDrawn="1"/>
        </p:nvGrpSpPr>
        <p:grpSpPr>
          <a:xfrm>
            <a:off x="7621463" y="2596604"/>
            <a:ext cx="4259581" cy="1208472"/>
            <a:chOff x="7170419" y="3169919"/>
            <a:chExt cx="4931343" cy="13990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4BD49A-BA37-5F68-37E2-1717E524D9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21567" y="3338231"/>
              <a:ext cx="2280195" cy="114994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4242CC-2F35-E017-22C2-0D1ABD944A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0419" y="3572466"/>
              <a:ext cx="2355207" cy="638794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7D435FB-1D25-9F38-6120-2DDEA4A566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07212" y="3169919"/>
              <a:ext cx="0" cy="13990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5EF57F-E591-90D4-2C14-1C5E9AE6B18A}"/>
              </a:ext>
            </a:extLst>
          </p:cNvPr>
          <p:cNvGrpSpPr/>
          <p:nvPr userDrawn="1"/>
        </p:nvGrpSpPr>
        <p:grpSpPr>
          <a:xfrm>
            <a:off x="758204" y="1937005"/>
            <a:ext cx="6145276" cy="2627848"/>
            <a:chOff x="2123004" y="1745825"/>
            <a:chExt cx="9495180" cy="406033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20C69B-F542-5D05-E37E-53DFE489BC4B}"/>
                </a:ext>
              </a:extLst>
            </p:cNvPr>
            <p:cNvSpPr/>
            <p:nvPr/>
          </p:nvSpPr>
          <p:spPr>
            <a:xfrm>
              <a:off x="5843661" y="5158345"/>
              <a:ext cx="332415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Test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performance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8CF8C6-F02E-FC14-E362-1565B2020D5C}"/>
                </a:ext>
              </a:extLst>
            </p:cNvPr>
            <p:cNvSpPr/>
            <p:nvPr/>
          </p:nvSpPr>
          <p:spPr>
            <a:xfrm>
              <a:off x="5882599" y="1745825"/>
              <a:ext cx="395961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Design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experiment(s)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E99B28-1C5A-8CA8-BD8B-D04340053508}"/>
                </a:ext>
              </a:extLst>
            </p:cNvPr>
            <p:cNvSpPr/>
            <p:nvPr/>
          </p:nvSpPr>
          <p:spPr>
            <a:xfrm>
              <a:off x="8430354" y="3374693"/>
              <a:ext cx="318783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Make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material(s)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F36263-DBEE-19BD-03FF-27B813DB8CE3}"/>
                </a:ext>
              </a:extLst>
            </p:cNvPr>
            <p:cNvSpPr/>
            <p:nvPr/>
          </p:nvSpPr>
          <p:spPr>
            <a:xfrm>
              <a:off x="2945167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667D82-2248-3632-4693-3912B5F585C0}"/>
                </a:ext>
              </a:extLst>
            </p:cNvPr>
            <p:cNvSpPr/>
            <p:nvPr/>
          </p:nvSpPr>
          <p:spPr>
            <a:xfrm>
              <a:off x="2947072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51676C-1DBE-0185-CE95-C00339B17689}"/>
                </a:ext>
              </a:extLst>
            </p:cNvPr>
            <p:cNvSpPr/>
            <p:nvPr/>
          </p:nvSpPr>
          <p:spPr>
            <a:xfrm>
              <a:off x="2166501" y="1745825"/>
              <a:ext cx="3537161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Initialize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58C391-5EC0-7A27-4B9E-0A0F88CC7994}"/>
                </a:ext>
              </a:extLst>
            </p:cNvPr>
            <p:cNvSpPr/>
            <p:nvPr/>
          </p:nvSpPr>
          <p:spPr>
            <a:xfrm>
              <a:off x="2123004" y="5153498"/>
              <a:ext cx="379247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Conclude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CE78BFF-C47A-3683-0FD2-0BC193D167B2}"/>
                </a:ext>
              </a:extLst>
            </p:cNvPr>
            <p:cNvCxnSpPr>
              <a:cxnSpLocks/>
            </p:cNvCxnSpPr>
            <p:nvPr/>
          </p:nvCxnSpPr>
          <p:spPr>
            <a:xfrm>
              <a:off x="3782871" y="275944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D525D69-11A4-8542-1F63-60A851B04F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5439" y="469880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930567-2459-8F2A-C4EC-BECF997C8234}"/>
                </a:ext>
              </a:extLst>
            </p:cNvPr>
            <p:cNvSpPr/>
            <p:nvPr userDrawn="1"/>
          </p:nvSpPr>
          <p:spPr>
            <a:xfrm>
              <a:off x="6798709" y="2591444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28446F-9A05-2F6C-C046-176771E4C48E}"/>
                </a:ext>
              </a:extLst>
            </p:cNvPr>
            <p:cNvSpPr/>
            <p:nvPr userDrawn="1"/>
          </p:nvSpPr>
          <p:spPr>
            <a:xfrm rot="7200000">
              <a:off x="6921323" y="4192289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76E7611-A351-CC74-F3E7-1632DC45AD20}"/>
                </a:ext>
              </a:extLst>
            </p:cNvPr>
            <p:cNvSpPr/>
            <p:nvPr userDrawn="1"/>
          </p:nvSpPr>
          <p:spPr>
            <a:xfrm rot="14400000">
              <a:off x="5455840" y="3506052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96C49C-52A7-3023-9B34-645ACC8DE764}"/>
                </a:ext>
              </a:extLst>
            </p:cNvPr>
            <p:cNvSpPr/>
            <p:nvPr userDrawn="1"/>
          </p:nvSpPr>
          <p:spPr>
            <a:xfrm>
              <a:off x="6087250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9DF80F-2CE2-60F9-E158-4340D2A2BDCA}"/>
                </a:ext>
              </a:extLst>
            </p:cNvPr>
            <p:cNvSpPr/>
            <p:nvPr userDrawn="1"/>
          </p:nvSpPr>
          <p:spPr>
            <a:xfrm>
              <a:off x="7778396" y="3383191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1866248-08B8-C847-0F11-3C9E098245EB}"/>
                </a:ext>
              </a:extLst>
            </p:cNvPr>
            <p:cNvSpPr/>
            <p:nvPr userDrawn="1"/>
          </p:nvSpPr>
          <p:spPr>
            <a:xfrm>
              <a:off x="6121605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94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52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585C5-64C4-3387-1FCE-0D216BE58D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97" y="3987879"/>
            <a:ext cx="2147564" cy="2632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F41BB8-E9FD-55FD-21EB-C261B41A4A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844" y="1684869"/>
            <a:ext cx="2402959" cy="2255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0370A1-9227-B962-286B-46EC5C58CE3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31" y="1739459"/>
            <a:ext cx="1905011" cy="2248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C0169E-9D75-29A3-A5E1-5F36F45215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57" y="4136098"/>
            <a:ext cx="2229920" cy="23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47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B93A15F-2433-C3A1-8D94-80BB6E04BB78}"/>
              </a:ext>
            </a:extLst>
          </p:cNvPr>
          <p:cNvSpPr txBox="1">
            <a:spLocks/>
          </p:cNvSpPr>
          <p:nvPr userDrawn="1"/>
        </p:nvSpPr>
        <p:spPr>
          <a:xfrm>
            <a:off x="5414838" y="1527859"/>
            <a:ext cx="6548563" cy="4694348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Vertical automation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>
                <a:solidFill>
                  <a:schemeClr val="tx1"/>
                </a:solidFill>
              </a:rPr>
              <a:t> Additively manufactured alloys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Advanced optimization</a:t>
            </a:r>
            <a:endParaRPr lang="en-CA" sz="3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62DC2-770A-C1F9-8BFE-6107B33634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39759" y="2118124"/>
            <a:ext cx="3026095" cy="351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0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79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0EE577-F868-D5D1-AD97-AC04612A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5" y="1272989"/>
            <a:ext cx="11421027" cy="4868115"/>
          </a:xfrm>
        </p:spPr>
        <p:txBody>
          <a:bodyPr/>
          <a:lstStyle>
            <a:lvl1pPr marL="2286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23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87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18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uote_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4CE54C-EDC5-7697-9750-79172C729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E0F55C-DBBC-DB34-DC7D-17C621C5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18" y="3429000"/>
            <a:ext cx="9971364" cy="64340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800" b="0" i="0">
                <a:solidFill>
                  <a:schemeClr val="bg1"/>
                </a:solidFill>
                <a:latin typeface="Rubik" panose="02000604000000020004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B1CF9-666E-5B46-654F-496C416F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432" y="6333245"/>
            <a:ext cx="11173375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61AB8-062E-E481-F841-9C0B78F1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6512" y="6340402"/>
            <a:ext cx="385488" cy="365124"/>
          </a:xfrm>
          <a:prstGeom prst="rect">
            <a:avLst/>
          </a:prstGeom>
        </p:spPr>
        <p:txBody>
          <a:bodyPr/>
          <a:lstStyle/>
          <a:p>
            <a:fld id="{0645393A-235C-445C-AD8B-799520A9F52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903BC1-3773-2C1B-ADDD-290B0120C472}"/>
              </a:ext>
            </a:extLst>
          </p:cNvPr>
          <p:cNvCxnSpPr>
            <a:cxnSpLocks/>
          </p:cNvCxnSpPr>
          <p:nvPr/>
        </p:nvCxnSpPr>
        <p:spPr>
          <a:xfrm>
            <a:off x="7156450" y="4438650"/>
            <a:ext cx="323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52C156A-626B-4A31-4C19-C4D7706B81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12767" y="4230245"/>
            <a:ext cx="3468916" cy="416809"/>
          </a:xfrm>
        </p:spPr>
        <p:txBody>
          <a:bodyPr anchor="ctr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543073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81847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4B39215-C2C8-07F3-B45C-B365654D7D41}"/>
              </a:ext>
            </a:extLst>
          </p:cNvPr>
          <p:cNvSpPr txBox="1">
            <a:spLocks/>
          </p:cNvSpPr>
          <p:nvPr userDrawn="1"/>
        </p:nvSpPr>
        <p:spPr>
          <a:xfrm>
            <a:off x="0" y="479612"/>
            <a:ext cx="12192000" cy="126790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A" b="0" dirty="0"/>
              <a:t>	Let’s discover stronger aerospace alloys</a:t>
            </a:r>
            <a:br>
              <a:rPr lang="en-CA" b="0" dirty="0"/>
            </a:br>
            <a:r>
              <a:rPr lang="en-CA" b="0" dirty="0"/>
              <a:t>	10x faster with AI at a tenth of the cost</a:t>
            </a:r>
          </a:p>
        </p:txBody>
      </p:sp>
    </p:spTree>
    <p:extLst>
      <p:ext uri="{BB962C8B-B14F-4D97-AF65-F5344CB8AC3E}">
        <p14:creationId xmlns:p14="http://schemas.microsoft.com/office/powerpoint/2010/main" val="229161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h_I"/>
          <p:cNvSpPr txBox="1"/>
          <p:nvPr/>
        </p:nvSpPr>
        <p:spPr>
          <a:xfrm>
            <a:off x="322980" y="585150"/>
            <a:ext cx="2049308" cy="347340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2050" b="0" i="0">
                <a:solidFill>
                  <a:srgbClr val="1A1A1A"/>
                </a:solidFill>
              </a:rPr>
              <a:t>Inputs</a:t>
            </a:r>
          </a:p>
        </p:txBody>
      </p:sp>
      <p:sp>
        <p:nvSpPr>
          <p:cNvPr id="3" name="!!h_C"/>
          <p:cNvSpPr txBox="1"/>
          <p:nvPr/>
        </p:nvSpPr>
        <p:spPr>
          <a:xfrm>
            <a:off x="2221717" y="585150"/>
            <a:ext cx="2049308" cy="347340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2050" b="0" i="0">
                <a:solidFill>
                  <a:srgbClr val="1A1A1A"/>
                </a:solidFill>
              </a:rPr>
              <a:t>CALPHAD</a:t>
            </a:r>
            <a:r>
              <a:rPr sz="2050" b="1" i="0">
                <a:solidFill>
                  <a:srgbClr val="1A1A1A"/>
                </a:solidFill>
              </a:rPr>
              <a:t>  $10</a:t>
            </a:r>
          </a:p>
        </p:txBody>
      </p:sp>
      <p:sp>
        <p:nvSpPr>
          <p:cNvPr id="4" name="!!h_A"/>
          <p:cNvSpPr txBox="1"/>
          <p:nvPr/>
        </p:nvSpPr>
        <p:spPr>
          <a:xfrm>
            <a:off x="4120453" y="585150"/>
            <a:ext cx="2049308" cy="347340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2050" b="0" i="0">
                <a:solidFill>
                  <a:srgbClr val="1A1A1A"/>
                </a:solidFill>
              </a:rPr>
              <a:t>Atomize</a:t>
            </a:r>
            <a:r>
              <a:rPr sz="2050" b="1" i="0">
                <a:solidFill>
                  <a:srgbClr val="1A1A1A"/>
                </a:solidFill>
              </a:rPr>
              <a:t>  $1,500</a:t>
            </a:r>
          </a:p>
        </p:txBody>
      </p:sp>
      <p:sp>
        <p:nvSpPr>
          <p:cNvPr id="5" name="!!h_L"/>
          <p:cNvSpPr txBox="1"/>
          <p:nvPr/>
        </p:nvSpPr>
        <p:spPr>
          <a:xfrm>
            <a:off x="6019189" y="585150"/>
            <a:ext cx="2049308" cy="347340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2050" b="0" i="0">
                <a:solidFill>
                  <a:srgbClr val="1A1A1A"/>
                </a:solidFill>
              </a:rPr>
              <a:t>Print</a:t>
            </a:r>
            <a:r>
              <a:rPr sz="2050" b="1" i="0">
                <a:solidFill>
                  <a:srgbClr val="1A1A1A"/>
                </a:solidFill>
              </a:rPr>
              <a:t>  $2,500</a:t>
            </a:r>
          </a:p>
        </p:txBody>
      </p:sp>
      <p:sp>
        <p:nvSpPr>
          <p:cNvPr id="6" name="!!h_T"/>
          <p:cNvSpPr txBox="1"/>
          <p:nvPr/>
        </p:nvSpPr>
        <p:spPr>
          <a:xfrm>
            <a:off x="7917926" y="585150"/>
            <a:ext cx="2049308" cy="347340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2050" b="0" i="0">
                <a:solidFill>
                  <a:srgbClr val="1A1A1A"/>
                </a:solidFill>
              </a:rPr>
              <a:t>Test</a:t>
            </a:r>
            <a:r>
              <a:rPr sz="2050" b="1" i="0">
                <a:solidFill>
                  <a:srgbClr val="1A1A1A"/>
                </a:solidFill>
              </a:rPr>
              <a:t>  $200</a:t>
            </a:r>
          </a:p>
        </p:txBody>
      </p:sp>
      <p:sp>
        <p:nvSpPr>
          <p:cNvPr id="7" name="!!h_O"/>
          <p:cNvSpPr txBox="1"/>
          <p:nvPr/>
        </p:nvSpPr>
        <p:spPr>
          <a:xfrm>
            <a:off x="9816662" y="585150"/>
            <a:ext cx="2049308" cy="347340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2050" b="0" i="0">
                <a:solidFill>
                  <a:srgbClr val="1A1A1A"/>
                </a:solidFill>
              </a:rPr>
              <a:t>Objective</a:t>
            </a:r>
          </a:p>
        </p:txBody>
      </p:sp>
      <p:sp>
        <p:nvSpPr>
          <p:cNvPr id="8" name="!!g_calphad"/>
          <p:cNvSpPr/>
          <p:nvPr/>
        </p:nvSpPr>
        <p:spPr>
          <a:xfrm>
            <a:off x="2386703" y="1423109"/>
            <a:ext cx="1719335" cy="3152114"/>
          </a:xfrm>
          <a:prstGeom prst="roundRect">
            <a:avLst>
              <a:gd name="adj" fmla="val 8080"/>
            </a:avLst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gt_calphad"/>
          <p:cNvSpPr txBox="1"/>
          <p:nvPr/>
        </p:nvSpPr>
        <p:spPr>
          <a:xfrm>
            <a:off x="2386703" y="4300903"/>
            <a:ext cx="1646183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330" b="0" i="0">
                <a:solidFill>
                  <a:srgbClr val="7F7F7F"/>
                </a:solidFill>
              </a:rPr>
              <a:t>one call</a:t>
            </a:r>
          </a:p>
        </p:txBody>
      </p:sp>
      <p:sp>
        <p:nvSpPr>
          <p:cNvPr id="10" name="!!n_s"/>
          <p:cNvSpPr/>
          <p:nvPr/>
        </p:nvSpPr>
        <p:spPr>
          <a:xfrm>
            <a:off x="2482222" y="1518627"/>
            <a:ext cx="1528297" cy="824933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t_s"/>
          <p:cNvSpPr txBox="1"/>
          <p:nvPr/>
        </p:nvSpPr>
        <p:spPr>
          <a:xfrm>
            <a:off x="2482222" y="1518627"/>
            <a:ext cx="1528297" cy="824933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739" b="0" i="0">
                <a:solidFill>
                  <a:srgbClr val="1A1A1A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739" b="0" i="0">
                <a:solidFill>
                  <a:srgbClr val="1A1A1A"/>
                </a:solidFill>
              </a:rPr>
              <a:t>phase fraction</a:t>
            </a:r>
          </a:p>
        </p:txBody>
      </p:sp>
      <p:sp>
        <p:nvSpPr>
          <p:cNvPr id="12" name="!!n_f"/>
          <p:cNvSpPr/>
          <p:nvPr/>
        </p:nvSpPr>
        <p:spPr>
          <a:xfrm>
            <a:off x="2482222" y="2473813"/>
            <a:ext cx="1528297" cy="824933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t_f"/>
          <p:cNvSpPr txBox="1"/>
          <p:nvPr/>
        </p:nvSpPr>
        <p:spPr>
          <a:xfrm>
            <a:off x="2482222" y="2473813"/>
            <a:ext cx="1528297" cy="824933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739" b="0" i="0">
                <a:solidFill>
                  <a:srgbClr val="1A1A1A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739" b="0" i="0">
                <a:solidFill>
                  <a:srgbClr val="1A1A1A"/>
                </a:solidFill>
              </a:rPr>
              <a:t>range</a:t>
            </a:r>
          </a:p>
        </p:txBody>
      </p:sp>
      <p:sp>
        <p:nvSpPr>
          <p:cNvPr id="14" name="!!n_g"/>
          <p:cNvSpPr/>
          <p:nvPr/>
        </p:nvSpPr>
        <p:spPr>
          <a:xfrm>
            <a:off x="2482222" y="3429000"/>
            <a:ext cx="1528297" cy="824933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t_g"/>
          <p:cNvSpPr txBox="1"/>
          <p:nvPr/>
        </p:nvSpPr>
        <p:spPr>
          <a:xfrm>
            <a:off x="2482222" y="3429000"/>
            <a:ext cx="1528297" cy="824933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739" b="0" i="0">
                <a:solidFill>
                  <a:srgbClr val="1A1A1A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739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16" name="!!n_q"/>
          <p:cNvSpPr/>
          <p:nvPr/>
        </p:nvSpPr>
        <p:spPr>
          <a:xfrm>
            <a:off x="4380958" y="4644691"/>
            <a:ext cx="1528297" cy="824933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t_q"/>
          <p:cNvSpPr txBox="1"/>
          <p:nvPr/>
        </p:nvSpPr>
        <p:spPr>
          <a:xfrm>
            <a:off x="4380958" y="4644691"/>
            <a:ext cx="1528297" cy="824933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739" b="0" i="0">
                <a:solidFill>
                  <a:srgbClr val="1A1A1A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739" b="0" i="0">
                <a:solidFill>
                  <a:srgbClr val="1A1A1A"/>
                </a:solidFill>
              </a:rPr>
              <a:t>quality</a:t>
            </a:r>
          </a:p>
        </p:txBody>
      </p:sp>
      <p:sp>
        <p:nvSpPr>
          <p:cNvPr id="18" name="!!n_rho"/>
          <p:cNvSpPr/>
          <p:nvPr/>
        </p:nvSpPr>
        <p:spPr>
          <a:xfrm>
            <a:off x="6279695" y="3863175"/>
            <a:ext cx="1528297" cy="824933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t_rho"/>
          <p:cNvSpPr txBox="1"/>
          <p:nvPr/>
        </p:nvSpPr>
        <p:spPr>
          <a:xfrm>
            <a:off x="6279695" y="3863175"/>
            <a:ext cx="1528297" cy="824933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639" b="0" i="0">
                <a:solidFill>
                  <a:srgbClr val="1A1A1A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639" b="0" i="0">
                <a:solidFill>
                  <a:srgbClr val="1A1A1A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639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20" name="!!n_U"/>
          <p:cNvSpPr/>
          <p:nvPr/>
        </p:nvSpPr>
        <p:spPr>
          <a:xfrm>
            <a:off x="8178431" y="2647484"/>
            <a:ext cx="1528297" cy="824933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t_U"/>
          <p:cNvSpPr txBox="1"/>
          <p:nvPr/>
        </p:nvSpPr>
        <p:spPr>
          <a:xfrm>
            <a:off x="8178431" y="2647484"/>
            <a:ext cx="1528297" cy="824933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739" b="0" i="0">
                <a:solidFill>
                  <a:srgbClr val="1A1A1A"/>
                </a:solidFill>
              </a:rPr>
              <a:t>Strength</a:t>
            </a:r>
          </a:p>
        </p:txBody>
      </p:sp>
      <p:sp>
        <p:nvSpPr>
          <p:cNvPr id="22" name="!!n_OBJ"/>
          <p:cNvSpPr/>
          <p:nvPr/>
        </p:nvSpPr>
        <p:spPr>
          <a:xfrm>
            <a:off x="10077168" y="2647484"/>
            <a:ext cx="1528297" cy="824933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t_OBJ"/>
          <p:cNvSpPr txBox="1"/>
          <p:nvPr/>
        </p:nvSpPr>
        <p:spPr>
          <a:xfrm>
            <a:off x="10077168" y="2647484"/>
            <a:ext cx="1528297" cy="824933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639" b="0" i="0">
                <a:solidFill>
                  <a:srgbClr val="1A1A1A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639" b="0" i="0">
                <a:solidFill>
                  <a:srgbClr val="1A1A1A"/>
                </a:solidFill>
              </a:rPr>
              <a:t>− 0.3 × burden</a:t>
            </a:r>
          </a:p>
        </p:txBody>
      </p:sp>
      <p:sp>
        <p:nvSpPr>
          <p:cNvPr id="24" name="!!i_comp"/>
          <p:cNvSpPr/>
          <p:nvPr/>
        </p:nvSpPr>
        <p:spPr>
          <a:xfrm>
            <a:off x="583485" y="2625775"/>
            <a:ext cx="1528297" cy="52101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!!it_comp"/>
          <p:cNvSpPr txBox="1"/>
          <p:nvPr/>
        </p:nvSpPr>
        <p:spPr>
          <a:xfrm>
            <a:off x="583485" y="2625775"/>
            <a:ext cx="1528297" cy="52101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540" b="0" i="0">
                <a:solidFill>
                  <a:srgbClr val="404040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540" b="0" i="0">
                <a:solidFill>
                  <a:srgbClr val="404040"/>
                </a:solidFill>
              </a:rPr>
              <a:t>Zn+Mg, Cu, Zr, Sc</a:t>
            </a:r>
          </a:p>
        </p:txBody>
      </p:sp>
      <p:sp>
        <p:nvSpPr>
          <p:cNvPr id="26" name="!!i_a"/>
          <p:cNvSpPr/>
          <p:nvPr/>
        </p:nvSpPr>
        <p:spPr>
          <a:xfrm>
            <a:off x="4380958" y="5725788"/>
            <a:ext cx="1528297" cy="52101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!!it_a"/>
          <p:cNvSpPr txBox="1"/>
          <p:nvPr/>
        </p:nvSpPr>
        <p:spPr>
          <a:xfrm>
            <a:off x="4380958" y="5725788"/>
            <a:ext cx="1528297" cy="52101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540" b="0" i="0">
                <a:solidFill>
                  <a:srgbClr val="404040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540" b="0" i="0">
                <a:solidFill>
                  <a:srgbClr val="404040"/>
                </a:solidFill>
              </a:rPr>
              <a:t>setting</a:t>
            </a:r>
          </a:p>
        </p:txBody>
      </p:sp>
      <p:sp>
        <p:nvSpPr>
          <p:cNvPr id="28" name="!!i_pv"/>
          <p:cNvSpPr/>
          <p:nvPr/>
        </p:nvSpPr>
        <p:spPr>
          <a:xfrm>
            <a:off x="6279695" y="5170043"/>
            <a:ext cx="1528297" cy="52101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!!it_pv"/>
          <p:cNvSpPr txBox="1"/>
          <p:nvPr/>
        </p:nvSpPr>
        <p:spPr>
          <a:xfrm>
            <a:off x="6279695" y="5170043"/>
            <a:ext cx="1528297" cy="52101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540" b="0" i="0">
                <a:solidFill>
                  <a:srgbClr val="404040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540" b="0" i="0">
                <a:solidFill>
                  <a:srgbClr val="404040"/>
                </a:solidFill>
              </a:rPr>
              <a:t>scan speed</a:t>
            </a:r>
          </a:p>
        </p:txBody>
      </p:sp>
      <p:sp>
        <p:nvSpPr>
          <p:cNvPr id="30" name="!!e_g__q"/>
          <p:cNvSpPr/>
          <p:nvPr/>
        </p:nvSpPr>
        <p:spPr>
          <a:xfrm>
            <a:off x="3992232" y="3988165"/>
            <a:ext cx="407015" cy="1087281"/>
          </a:xfrm>
          <a:custGeom>
            <a:avLst/>
            <a:gdLst/>
            <a:ahLst/>
            <a:cxnLst/>
            <a:rect l="0" t="0" r="r" b="b"/>
            <a:pathLst>
              <a:path w="407015" h="1087281" fill="none">
                <a:moveTo>
                  <a:pt x="18288" y="18288"/>
                </a:moveTo>
                <a:cubicBezTo>
                  <a:pt x="203507" y="18288"/>
                  <a:pt x="203507" y="1068993"/>
                  <a:pt x="388727" y="1068993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1" name="!!e_f__rho"/>
          <p:cNvSpPr/>
          <p:nvPr/>
        </p:nvSpPr>
        <p:spPr>
          <a:xfrm>
            <a:off x="3992232" y="2867993"/>
            <a:ext cx="2305751" cy="1260951"/>
          </a:xfrm>
          <a:custGeom>
            <a:avLst/>
            <a:gdLst/>
            <a:ahLst/>
            <a:cxnLst/>
            <a:rect l="0" t="0" r="r" b="b"/>
            <a:pathLst>
              <a:path w="2305751" h="1260951" fill="none">
                <a:moveTo>
                  <a:pt x="18288" y="18288"/>
                </a:moveTo>
                <a:cubicBezTo>
                  <a:pt x="1152876" y="18288"/>
                  <a:pt x="1152876" y="1242663"/>
                  <a:pt x="2287463" y="1242663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2" name="!!e_g__rho"/>
          <p:cNvSpPr/>
          <p:nvPr/>
        </p:nvSpPr>
        <p:spPr>
          <a:xfrm>
            <a:off x="3992232" y="3658192"/>
            <a:ext cx="2305751" cy="635738"/>
          </a:xfrm>
          <a:custGeom>
            <a:avLst/>
            <a:gdLst/>
            <a:ahLst/>
            <a:cxnLst/>
            <a:rect l="0" t="0" r="r" b="b"/>
            <a:pathLst>
              <a:path w="2305751" h="635738" fill="none">
                <a:moveTo>
                  <a:pt x="18288" y="18288"/>
                </a:moveTo>
                <a:cubicBezTo>
                  <a:pt x="1152876" y="18288"/>
                  <a:pt x="1152876" y="617450"/>
                  <a:pt x="2287463" y="617450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3" name="!!e_q__rho"/>
          <p:cNvSpPr/>
          <p:nvPr/>
        </p:nvSpPr>
        <p:spPr>
          <a:xfrm>
            <a:off x="5890969" y="4422341"/>
            <a:ext cx="407015" cy="653105"/>
          </a:xfrm>
          <a:custGeom>
            <a:avLst/>
            <a:gdLst/>
            <a:ahLst/>
            <a:cxnLst/>
            <a:rect l="0" t="0" r="r" b="b"/>
            <a:pathLst>
              <a:path w="407015" h="653105" fill="none">
                <a:moveTo>
                  <a:pt x="18288" y="634817"/>
                </a:moveTo>
                <a:cubicBezTo>
                  <a:pt x="203507" y="634817"/>
                  <a:pt x="203507" y="18288"/>
                  <a:pt x="388727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4" name="!!e_s__U"/>
          <p:cNvSpPr/>
          <p:nvPr/>
        </p:nvSpPr>
        <p:spPr>
          <a:xfrm>
            <a:off x="3992232" y="1912806"/>
            <a:ext cx="4204488" cy="1000446"/>
          </a:xfrm>
          <a:custGeom>
            <a:avLst/>
            <a:gdLst/>
            <a:ahLst/>
            <a:cxnLst/>
            <a:rect l="0" t="0" r="r" b="b"/>
            <a:pathLst>
              <a:path w="4204488" h="1000446" fill="none">
                <a:moveTo>
                  <a:pt x="18288" y="18288"/>
                </a:moveTo>
                <a:cubicBezTo>
                  <a:pt x="2102244" y="18288"/>
                  <a:pt x="2102244" y="982158"/>
                  <a:pt x="4186200" y="98215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5" name="!!e_rho__U"/>
          <p:cNvSpPr/>
          <p:nvPr/>
        </p:nvSpPr>
        <p:spPr>
          <a:xfrm>
            <a:off x="7789705" y="3206649"/>
            <a:ext cx="407015" cy="1087281"/>
          </a:xfrm>
          <a:custGeom>
            <a:avLst/>
            <a:gdLst/>
            <a:ahLst/>
            <a:cxnLst/>
            <a:rect l="0" t="0" r="r" b="b"/>
            <a:pathLst>
              <a:path w="407015" h="1087281" fill="none">
                <a:moveTo>
                  <a:pt x="18288" y="1068993"/>
                </a:moveTo>
                <a:cubicBezTo>
                  <a:pt x="203507" y="1068993"/>
                  <a:pt x="203507" y="18288"/>
                  <a:pt x="388727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6" name="!!e_U__OBJ"/>
          <p:cNvSpPr/>
          <p:nvPr/>
        </p:nvSpPr>
        <p:spPr>
          <a:xfrm>
            <a:off x="9688442" y="3041663"/>
            <a:ext cx="407015" cy="36576"/>
          </a:xfrm>
          <a:custGeom>
            <a:avLst/>
            <a:gdLst/>
            <a:ahLst/>
            <a:cxnLst/>
            <a:rect l="0" t="0" r="r" b="b"/>
            <a:pathLst>
              <a:path w="407015" h="36576" fill="none">
                <a:moveTo>
                  <a:pt x="18288" y="18288"/>
                </a:moveTo>
                <a:cubicBezTo>
                  <a:pt x="203507" y="18288"/>
                  <a:pt x="203507" y="18288"/>
                  <a:pt x="388727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7" name="!!ie_comp__s"/>
          <p:cNvSpPr/>
          <p:nvPr/>
        </p:nvSpPr>
        <p:spPr>
          <a:xfrm>
            <a:off x="2093496" y="1912806"/>
            <a:ext cx="407015" cy="887560"/>
          </a:xfrm>
          <a:custGeom>
            <a:avLst/>
            <a:gdLst/>
            <a:ahLst/>
            <a:cxnLst/>
            <a:rect l="0" t="0" r="r" b="b"/>
            <a:pathLst>
              <a:path w="407015" h="887560" fill="none">
                <a:moveTo>
                  <a:pt x="18288" y="869272"/>
                </a:moveTo>
                <a:cubicBezTo>
                  <a:pt x="203507" y="869272"/>
                  <a:pt x="203507" y="18288"/>
                  <a:pt x="388727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8" name="!!ie_comp__f"/>
          <p:cNvSpPr/>
          <p:nvPr/>
        </p:nvSpPr>
        <p:spPr>
          <a:xfrm>
            <a:off x="2093496" y="2867993"/>
            <a:ext cx="407015" cy="36576"/>
          </a:xfrm>
          <a:custGeom>
            <a:avLst/>
            <a:gdLst/>
            <a:ahLst/>
            <a:cxnLst/>
            <a:rect l="0" t="0" r="r" b="b"/>
            <a:pathLst>
              <a:path w="407015" h="36576" fill="none">
                <a:moveTo>
                  <a:pt x="18288" y="18288"/>
                </a:moveTo>
                <a:cubicBezTo>
                  <a:pt x="203507" y="18288"/>
                  <a:pt x="203507" y="18288"/>
                  <a:pt x="388727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9" name="!!ie_comp__g"/>
          <p:cNvSpPr/>
          <p:nvPr/>
        </p:nvSpPr>
        <p:spPr>
          <a:xfrm>
            <a:off x="2093496" y="2972195"/>
            <a:ext cx="407015" cy="887560"/>
          </a:xfrm>
          <a:custGeom>
            <a:avLst/>
            <a:gdLst/>
            <a:ahLst/>
            <a:cxnLst/>
            <a:rect l="0" t="0" r="r" b="b"/>
            <a:pathLst>
              <a:path w="407015" h="887560" fill="none">
                <a:moveTo>
                  <a:pt x="18288" y="18288"/>
                </a:moveTo>
                <a:cubicBezTo>
                  <a:pt x="203507" y="18288"/>
                  <a:pt x="203507" y="869272"/>
                  <a:pt x="388727" y="869272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0" name="!!ie_a__q"/>
          <p:cNvSpPr/>
          <p:nvPr/>
        </p:nvSpPr>
        <p:spPr>
          <a:xfrm>
            <a:off x="5126820" y="5451337"/>
            <a:ext cx="36576" cy="292740"/>
          </a:xfrm>
          <a:custGeom>
            <a:avLst/>
            <a:gdLst/>
            <a:ahLst/>
            <a:cxnLst/>
            <a:rect l="0" t="0" r="r" b="b"/>
            <a:pathLst>
              <a:path w="36576" h="292740" fill="none">
                <a:moveTo>
                  <a:pt x="18288" y="274452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1" name="!!ie_pv__rho"/>
          <p:cNvSpPr/>
          <p:nvPr/>
        </p:nvSpPr>
        <p:spPr>
          <a:xfrm>
            <a:off x="7025556" y="4669821"/>
            <a:ext cx="36576" cy="518511"/>
          </a:xfrm>
          <a:custGeom>
            <a:avLst/>
            <a:gdLst/>
            <a:ahLst/>
            <a:cxnLst/>
            <a:rect l="0" t="0" r="r" b="b"/>
            <a:pathLst>
              <a:path w="36576" h="518511" fill="none">
                <a:moveTo>
                  <a:pt x="18288" y="500223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2" name="!!bp"/>
          <p:cNvSpPr/>
          <p:nvPr/>
        </p:nvSpPr>
        <p:spPr>
          <a:xfrm>
            <a:off x="1329347" y="1218126"/>
            <a:ext cx="9530258" cy="1447647"/>
          </a:xfrm>
          <a:custGeom>
            <a:avLst/>
            <a:gdLst/>
            <a:ahLst/>
            <a:cxnLst/>
            <a:rect l="0" t="0" r="r" b="b"/>
            <a:pathLst>
              <a:path w="9530258" h="1447647" fill="none">
                <a:moveTo>
                  <a:pt x="18288" y="1407650"/>
                </a:moveTo>
                <a:lnTo>
                  <a:pt x="18288" y="18288"/>
                </a:lnTo>
                <a:lnTo>
                  <a:pt x="9511970" y="18288"/>
                </a:lnTo>
                <a:lnTo>
                  <a:pt x="9511970" y="1429359"/>
                </a:lnTo>
              </a:path>
            </a:pathLst>
          </a:custGeom>
          <a:noFill/>
          <a:ln w="12700" cap="rnd">
            <a:solidFill>
              <a:srgbClr val="7F7F7F"/>
            </a:solidFill>
            <a:prstDash val="dash"/>
            <a:round/>
            <a:tailEnd type="triangle" w="med" len="med"/>
          </a:ln>
        </p:spPr>
      </p:sp>
      <p:sp>
        <p:nvSpPr>
          <p:cNvPr id="43" name="!!bpt"/>
          <p:cNvSpPr txBox="1"/>
          <p:nvPr/>
        </p:nvSpPr>
        <p:spPr>
          <a:xfrm>
            <a:off x="2436876" y="892625"/>
            <a:ext cx="7315200" cy="274320"/>
          </a:xfrm>
          <a:prstGeom prst="rect">
            <a:avLst/>
          </a:prstGeom>
          <a:noFill/>
        </p:spPr>
        <p:txBody>
          <a:bodyPr wrap="none" anchor="b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440" b="0" i="0">
                <a:solidFill>
                  <a:srgbClr val="7F7F7F"/>
                </a:solidFill>
              </a:rPr>
              <a:t>critical-mineral burden: known from the composition, costs nothing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.potx" id="{583A4490-4107-4867-98B6-E209B4695BA6}" vid="{EEDB0EC2-2D00-4AAF-BCF4-B17A9EE8DB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002C6D2083C14D880425A2D512A95A" ma:contentTypeVersion="11" ma:contentTypeDescription="Create a new document." ma:contentTypeScope="" ma:versionID="2e327afab502282238ba3f59b97ea26c">
  <xsd:schema xmlns:xsd="http://www.w3.org/2001/XMLSchema" xmlns:xs="http://www.w3.org/2001/XMLSchema" xmlns:p="http://schemas.microsoft.com/office/2006/metadata/properties" xmlns:ns3="2b374ecd-bf80-4cf8-b454-4082db99efce" targetNamespace="http://schemas.microsoft.com/office/2006/metadata/properties" ma:root="true" ma:fieldsID="1dc70f757040af9f8f2d79e49b073c0f" ns3:_="">
    <xsd:import namespace="2b374ecd-bf80-4cf8-b454-4082db99efc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374ecd-bf80-4cf8-b454-4082db99efc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374ecd-bf80-4cf8-b454-4082db99efce" xsi:nil="true"/>
  </documentManagement>
</p:properties>
</file>

<file path=customXml/itemProps1.xml><?xml version="1.0" encoding="utf-8"?>
<ds:datastoreItem xmlns:ds="http://schemas.openxmlformats.org/officeDocument/2006/customXml" ds:itemID="{46FB9829-5056-466B-B692-7122D2296D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2F0077-FF83-4755-8F87-4234A4EB8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374ecd-bf80-4cf8-b454-4082db99ef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8F5A07-DD19-4724-95E6-12EFE2F5C777}">
  <ds:schemaRefs>
    <ds:schemaRef ds:uri="http://purl.org/dc/dcmitype/"/>
    <ds:schemaRef ds:uri="http://purl.org/dc/terms/"/>
    <ds:schemaRef ds:uri="2b374ecd-bf80-4cf8-b454-4082db99efce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215</TotalTime>
  <Words>1329</Words>
  <Application>Microsoft Office PowerPoint</Application>
  <PresentationFormat>Widescreen</PresentationFormat>
  <Paragraphs>207</Paragraphs>
  <Slides>34</Slides>
  <Notes>20</Notes>
  <HiddenSlides>1</HiddenSlides>
  <MMClips>18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Rubik</vt:lpstr>
      <vt:lpstr>Custom Design</vt:lpstr>
      <vt:lpstr>PowerPoint Presentation</vt:lpstr>
      <vt:lpstr>Metal 3D printing enabled NASA to have rapid feedback cycles and reduce processing complexity from 127 welds to 4 welds</vt:lpstr>
      <vt:lpstr>PowerPoint Presentation</vt:lpstr>
      <vt:lpstr>Metal 3D print illustrative example  This geometry would be difficult with traditional techniques</vt:lpstr>
      <vt:lpstr>Since 2022, 3D printed metal alloys have continued to see usage in commercial aerospace applications</vt:lpstr>
      <vt:lpstr>but many of these use highly import-reliant critical materials such as rare-earth elements (e.g., scandium)</vt:lpstr>
      <vt:lpstr>The Vertical Cloud Lab @ BYU is collaborating with UofU to print and test new, critical-mineral-lean alloy compositions</vt:lpstr>
      <vt:lpstr>By pulling these “tensile” bars in tension until failure, we can measure important mechanical properties</vt:lpstr>
      <vt:lpstr>PowerPoint Presentation</vt:lpstr>
      <vt:lpstr>Historically, ~30 unique periodic elements have been used across all aluminum alloys</vt:lpstr>
      <vt:lpstr>In traditional gas atomization processes, testing each new composition requires at least 50 kg of material + $25k operator costs</vt:lpstr>
      <vt:lpstr>Our narrowed 16-element search space is still vast, and includes 20+ printing process parameters</vt:lpstr>
      <vt:lpstr>Ultrasonic atomization enables “chemical whitespace” AM alloy discovery</vt:lpstr>
      <vt:lpstr>PowerPoint Presentation</vt:lpstr>
      <vt:lpstr>The atomized powders are then used downstream for 3D printing</vt:lpstr>
      <vt:lpstr>Ultrasonic atomization enables “chemical whitespace” AM alloy discovery</vt:lpstr>
      <vt:lpstr>PowerPoint Presentation</vt:lpstr>
      <vt:lpstr>Bayesian optimization is a machine learning technique that works well in the limit of low data and many variables</vt:lpstr>
      <vt:lpstr>A surrogate model predicts properties and quantifies uncertainty</vt:lpstr>
      <vt:lpstr>The acquisition function guides how to select the next experiment (in this case, neither the max predicted nor the max uncertainty)</vt:lpstr>
      <vt:lpstr>This Bayesian optimization loop continues iteratively (1) add data, (2) fit surrogate model (3) optimize acquisition function</vt:lpstr>
      <vt:lpstr>Real-world materials discovery tasks such as alloy design require more than “vanilla” optimization</vt:lpstr>
      <vt:lpstr>Real-world materials discovery tasks such as alloy design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Honegumi lets you quickly create advanced BO examples</vt:lpstr>
      <vt:lpstr>PowerPoint Presentation</vt:lpstr>
      <vt:lpstr>PowerPoint Presentation</vt:lpstr>
      <vt:lpstr>Check out our full Bayes opt workflow at poster #20 (Xavier Zaitzeff)    We model the manufacturing process as a network of functions</vt:lpstr>
      <vt:lpstr>Check out a live demo of our AI-generated automated powder doser with Sam, Will, and Luke (Poster #69)</vt:lpstr>
      <vt:lpstr>PowerPoint Presentation</vt:lpstr>
      <vt:lpstr>PowerPoint Presentation</vt:lpstr>
      <vt:lpstr>Thermodynamic simulations can help provide contextual information that can help reduce the number of physical experiments to run</vt:lpstr>
    </vt:vector>
  </TitlesOfParts>
  <Company>University of Toronto Faculty of Arts and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Sterling Baird</dc:creator>
  <cp:lastModifiedBy>Sterling Baird</cp:lastModifiedBy>
  <cp:revision>7</cp:revision>
  <dcterms:created xsi:type="dcterms:W3CDTF">2025-12-02T18:46:14Z</dcterms:created>
  <dcterms:modified xsi:type="dcterms:W3CDTF">2026-06-23T17:56:44Z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0x0101004F002C6D2083C14D880425A2D512A95A</vt:lpwstr>
  </property>
  <property fmtid="{D5CDD505-2E9C-101B-9397-08002B2CF9AE}" pid="3" name="MediaServiceImageTags">
    <vt:lpwstr/>
  </property>
</Properties>
</file>